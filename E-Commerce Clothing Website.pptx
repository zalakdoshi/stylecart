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8"/>
  </p:notesMasterIdLst>
  <p:handoutMasterIdLst>
    <p:handoutMasterId r:id="rId19"/>
  </p:handoutMasterIdLst>
  <p:sldIdLst>
    <p:sldId id="298" r:id="rId5"/>
    <p:sldId id="299" r:id="rId6"/>
    <p:sldId id="284" r:id="rId7"/>
    <p:sldId id="300" r:id="rId8"/>
    <p:sldId id="301" r:id="rId9"/>
    <p:sldId id="302" r:id="rId10"/>
    <p:sldId id="303" r:id="rId11"/>
    <p:sldId id="304" r:id="rId12"/>
    <p:sldId id="305" r:id="rId13"/>
    <p:sldId id="306" r:id="rId14"/>
    <p:sldId id="307" r:id="rId15"/>
    <p:sldId id="283" r:id="rId16"/>
    <p:sldId id="29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12" autoAdjust="0"/>
  </p:normalViewPr>
  <p:slideViewPr>
    <p:cSldViewPr snapToGrid="0">
      <p:cViewPr varScale="1">
        <p:scale>
          <a:sx n="88" d="100"/>
          <a:sy n="88" d="100"/>
        </p:scale>
        <p:origin x="466" y="53"/>
      </p:cViewPr>
      <p:guideLst/>
    </p:cSldViewPr>
  </p:slideViewPr>
  <p:outlineViewPr>
    <p:cViewPr>
      <p:scale>
        <a:sx n="33" d="100"/>
        <a:sy n="33" d="100"/>
      </p:scale>
      <p:origin x="0" y="-942"/>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9/7/2023</a:t>
            </a:fld>
            <a:endParaRPr lang="en-US"/>
          </a:p>
        </p:txBody>
      </p:sp>
      <p:sp>
        <p:nvSpPr>
          <p:cNvPr id="4" name="Footer Placeholder 3">
            <a:extLst>
              <a:ext uri="{FF2B5EF4-FFF2-40B4-BE49-F238E27FC236}">
                <a16:creationId xmlns=""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9/7/2023</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 xmlns:a16="http://schemas.microsoft.com/office/drawing/2014/main" id="{EB7F0EE8-BE52-4A79-8FC8-4A2487FA01FC}"/>
              </a:ext>
            </a:extLst>
          </p:cNvPr>
          <p:cNvSpPr>
            <a:spLocks noGrp="1"/>
          </p:cNvSpPr>
          <p:nvPr>
            <p:ph type="pic" sz="quarter" idx="10" hasCustomPrompt="1"/>
          </p:nvPr>
        </p:nvSpPr>
        <p:spPr>
          <a:xfrm>
            <a:off x="0" y="0"/>
            <a:ext cx="9780588" cy="6804025"/>
          </a:xfrm>
          <a:solidFill>
            <a:schemeClr val="bg1">
              <a:lumMod val="85000"/>
            </a:schemeClr>
          </a:solidFill>
        </p:spPr>
        <p:txBody>
          <a:bodyPr tIns="1728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smtClean="0"/>
              <a:t>Click to edit Master subtitle style</a:t>
            </a:r>
            <a:endParaRPr lang="en-US" noProof="0"/>
          </a:p>
        </p:txBody>
      </p:sp>
      <p:sp>
        <p:nvSpPr>
          <p:cNvPr id="13" name="Rectangle 12">
            <a:extLst>
              <a:ext uri="{FF2B5EF4-FFF2-40B4-BE49-F238E27FC236}">
                <a16:creationId xmlns=""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 xmlns:a16="http://schemas.microsoft.com/office/drawing/2014/main" id="{EB7F0EE8-BE52-4A79-8FC8-4A2487FA01FC}"/>
              </a:ext>
            </a:extLst>
          </p:cNvPr>
          <p:cNvSpPr>
            <a:spLocks noGrp="1"/>
          </p:cNvSpPr>
          <p:nvPr>
            <p:ph type="pic" sz="quarter" idx="10" hasCustomPrompt="1"/>
          </p:nvPr>
        </p:nvSpPr>
        <p:spPr>
          <a:xfrm>
            <a:off x="0"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2" name="Title 1">
            <a:extLst>
              <a:ext uri="{FF2B5EF4-FFF2-40B4-BE49-F238E27FC236}">
                <a16:creationId xmlns="" xmlns:a16="http://schemas.microsoft.com/office/drawing/2014/main" id="{00F23EB7-E336-46EB-A4A0-3DB7A6BF4CE1}"/>
              </a:ext>
            </a:extLst>
          </p:cNvPr>
          <p:cNvSpPr>
            <a:spLocks noGrp="1"/>
          </p:cNvSpPr>
          <p:nvPr>
            <p:ph type="ctrTitle" hasCustomPrompt="1"/>
          </p:nvPr>
        </p:nvSpPr>
        <p:spPr>
          <a:xfrm>
            <a:off x="6235700" y="2204792"/>
            <a:ext cx="5956300" cy="1944000"/>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section divider</a:t>
            </a:r>
          </a:p>
        </p:txBody>
      </p:sp>
      <p:sp>
        <p:nvSpPr>
          <p:cNvPr id="7" name="Subtitle 2">
            <a:extLst>
              <a:ext uri="{FF2B5EF4-FFF2-40B4-BE49-F238E27FC236}">
                <a16:creationId xmlns="" xmlns:a16="http://schemas.microsoft.com/office/drawing/2014/main" id="{9E4D4535-D519-40ED-B8A4-2EA1276BB652}"/>
              </a:ext>
            </a:extLst>
          </p:cNvPr>
          <p:cNvSpPr>
            <a:spLocks noGrp="1"/>
          </p:cNvSpPr>
          <p:nvPr>
            <p:ph type="body" sz="quarter" idx="13" hasCustomPrompt="1"/>
          </p:nvPr>
        </p:nvSpPr>
        <p:spPr>
          <a:xfrm>
            <a:off x="6235700" y="4148860"/>
            <a:ext cx="5956300" cy="1100565"/>
          </a:xfrm>
          <a:solidFill>
            <a:schemeClr val="tx1">
              <a:alpha val="80000"/>
            </a:schemeClr>
          </a:solidFill>
        </p:spPr>
        <p:txBody>
          <a:bodyPr lIns="180000" tIns="180000" rIns="252000" bIns="180000"/>
          <a:lstStyle>
            <a:lvl1pPr marL="0" indent="0" algn="r">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 xmlns:a16="http://schemas.microsoft.com/office/drawing/2014/main" id="{51DD44D8-4A8F-4693-B90A-166855B29D25}"/>
              </a:ext>
            </a:extLst>
          </p:cNvPr>
          <p:cNvSpPr/>
          <p:nvPr userDrawn="1"/>
        </p:nvSpPr>
        <p:spPr>
          <a:xfrm>
            <a:off x="9780588" y="524778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437159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er Slide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 xmlns:a16="http://schemas.microsoft.com/office/drawing/2014/main" id="{EB7F0EE8-BE52-4A79-8FC8-4A2487FA01FC}"/>
              </a:ext>
            </a:extLst>
          </p:cNvPr>
          <p:cNvSpPr>
            <a:spLocks noGrp="1"/>
          </p:cNvSpPr>
          <p:nvPr>
            <p:ph type="pic" sz="quarter" idx="10" hasCustomPrompt="1"/>
          </p:nvPr>
        </p:nvSpPr>
        <p:spPr>
          <a:xfrm>
            <a:off x="2411412"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3" name="Title 1">
            <a:extLst>
              <a:ext uri="{FF2B5EF4-FFF2-40B4-BE49-F238E27FC236}">
                <a16:creationId xmlns=""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7" name="Subtitle 2">
            <a:extLst>
              <a:ext uri="{FF2B5EF4-FFF2-40B4-BE49-F238E27FC236}">
                <a16:creationId xmlns="" xmlns:a16="http://schemas.microsoft.com/office/drawing/2014/main" id="{9E4D4535-D519-40ED-B8A4-2EA1276BB652}"/>
              </a:ext>
            </a:extLst>
          </p:cNvPr>
          <p:cNvSpPr>
            <a:spLocks noGrp="1"/>
          </p:cNvSpPr>
          <p:nvPr>
            <p:ph type="body" sz="quarter" idx="13" hasCustomPrompt="1"/>
          </p:nvPr>
        </p:nvSpPr>
        <p:spPr>
          <a:xfrm>
            <a:off x="0" y="4110760"/>
            <a:ext cx="5956300" cy="1100565"/>
          </a:xfrm>
          <a:solidFill>
            <a:schemeClr val="tx1">
              <a:alpha val="80000"/>
            </a:schemeClr>
          </a:solidFill>
        </p:spPr>
        <p:txBody>
          <a:bodyPr lIns="252000" tIns="180000" rIns="180000" bIns="180000"/>
          <a:lstStyle>
            <a:lvl1pPr marL="0" indent="0" algn="l">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82858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Image Layout 1">
    <p:spTree>
      <p:nvGrpSpPr>
        <p:cNvPr id="1" name=""/>
        <p:cNvGrpSpPr/>
        <p:nvPr/>
      </p:nvGrpSpPr>
      <p:grpSpPr>
        <a:xfrm>
          <a:off x="0" y="0"/>
          <a:ext cx="0" cy="0"/>
          <a:chOff x="0" y="0"/>
          <a:chExt cx="0" cy="0"/>
        </a:xfrm>
      </p:grpSpPr>
      <p:sp>
        <p:nvSpPr>
          <p:cNvPr id="7" name="Picture Placeholder 6">
            <a:extLst>
              <a:ext uri="{FF2B5EF4-FFF2-40B4-BE49-F238E27FC236}">
                <a16:creationId xmlns="" xmlns:a16="http://schemas.microsoft.com/office/drawing/2014/main" id="{890ED7CE-A9D2-4D19-B978-56BFB74E657C}"/>
              </a:ext>
            </a:extLst>
          </p:cNvPr>
          <p:cNvSpPr>
            <a:spLocks noGrp="1"/>
          </p:cNvSpPr>
          <p:nvPr>
            <p:ph type="pic" sz="quarter" idx="14" hasCustomPrompt="1"/>
          </p:nvPr>
        </p:nvSpPr>
        <p:spPr>
          <a:xfrm>
            <a:off x="609600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 xmlns:a16="http://schemas.microsoft.com/office/drawing/2014/main" id="{40EE479C-D1F6-4BAC-80D2-90EF74E3261A}"/>
              </a:ext>
            </a:extLst>
          </p:cNvPr>
          <p:cNvSpPr>
            <a:spLocks noGrp="1"/>
          </p:cNvSpPr>
          <p:nvPr>
            <p:ph type="title" hasCustomPrompt="1"/>
          </p:nvPr>
        </p:nvSpPr>
        <p:spPr>
          <a:xfrm>
            <a:off x="7111800" y="3802899"/>
            <a:ext cx="4648200" cy="985000"/>
          </a:xfrm>
          <a:solidFill>
            <a:schemeClr val="bg1"/>
          </a:solidFill>
        </p:spPr>
        <p:txBody>
          <a:bodyPr lIns="180000" tIns="180000" rIns="180000" bIns="180000"/>
          <a:lstStyle>
            <a:lvl1pPr algn="r">
              <a:defRPr sz="6000" b="1" spc="-300">
                <a:solidFill>
                  <a:schemeClr val="tx1">
                    <a:lumMod val="75000"/>
                    <a:lumOff val="25000"/>
                  </a:schemeClr>
                </a:solidFill>
              </a:defRPr>
            </a:lvl1pPr>
          </a:lstStyle>
          <a:p>
            <a:r>
              <a:rPr lang="en-US" noProof="0"/>
              <a:t>Edit page title</a:t>
            </a:r>
          </a:p>
        </p:txBody>
      </p:sp>
      <p:sp>
        <p:nvSpPr>
          <p:cNvPr id="10" name="Subtitle 2">
            <a:extLst>
              <a:ext uri="{FF2B5EF4-FFF2-40B4-BE49-F238E27FC236}">
                <a16:creationId xmlns="" xmlns:a16="http://schemas.microsoft.com/office/drawing/2014/main" id="{3FAEED1D-0E66-4F74-9455-675F5CB7EAD4}"/>
              </a:ext>
            </a:extLst>
          </p:cNvPr>
          <p:cNvSpPr>
            <a:spLocks noGrp="1"/>
          </p:cNvSpPr>
          <p:nvPr>
            <p:ph type="body" sz="quarter" idx="32" hasCustomPrompt="1"/>
          </p:nvPr>
        </p:nvSpPr>
        <p:spPr>
          <a:xfrm>
            <a:off x="7111800" y="4787900"/>
            <a:ext cx="4648200" cy="1162800"/>
          </a:xfrm>
          <a:solidFill>
            <a:schemeClr val="tx1">
              <a:alpha val="80000"/>
            </a:schemeClr>
          </a:solidFill>
        </p:spPr>
        <p:txBody>
          <a:bodyPr lIns="180000" tIns="180000" rIns="180000" bIns="180000"/>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 xmlns:a16="http://schemas.microsoft.com/office/drawing/2014/main" id="{A22238F2-C6EC-476F-8371-119AECBA5622}"/>
              </a:ext>
            </a:extLst>
          </p:cNvPr>
          <p:cNvSpPr>
            <a:spLocks noGrp="1"/>
          </p:cNvSpPr>
          <p:nvPr>
            <p:ph sz="half" idx="1"/>
          </p:nvPr>
        </p:nvSpPr>
        <p:spPr>
          <a:xfrm>
            <a:off x="432000" y="2668686"/>
            <a:ext cx="5472000" cy="2999426"/>
          </a:xfrm>
        </p:spPr>
        <p:txBody>
          <a:bodyPr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 xmlns:a16="http://schemas.microsoft.com/office/drawing/2014/main" id="{1508F53F-6AA2-4060-904A-BC90211DC043}"/>
              </a:ext>
            </a:extLst>
          </p:cNvPr>
          <p:cNvSpPr/>
          <p:nvPr userDrawn="1"/>
        </p:nvSpPr>
        <p:spPr>
          <a:xfrm>
            <a:off x="9348588" y="3700775"/>
            <a:ext cx="2411412" cy="114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Image Layout 2">
    <p:spTree>
      <p:nvGrpSpPr>
        <p:cNvPr id="1" name=""/>
        <p:cNvGrpSpPr/>
        <p:nvPr/>
      </p:nvGrpSpPr>
      <p:grpSpPr>
        <a:xfrm>
          <a:off x="0" y="0"/>
          <a:ext cx="0" cy="0"/>
          <a:chOff x="0" y="0"/>
          <a:chExt cx="0" cy="0"/>
        </a:xfrm>
      </p:grpSpPr>
      <p:sp>
        <p:nvSpPr>
          <p:cNvPr id="7" name="Picture Placeholder 6">
            <a:extLst>
              <a:ext uri="{FF2B5EF4-FFF2-40B4-BE49-F238E27FC236}">
                <a16:creationId xmlns="" xmlns:a16="http://schemas.microsoft.com/office/drawing/2014/main"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 xmlns:a16="http://schemas.microsoft.com/office/drawing/2014/main"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a:lstStyle>
            <a:lvl1pPr algn="l">
              <a:defRPr sz="6000" b="1" spc="-300">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 xmlns:a16="http://schemas.microsoft.com/office/drawing/2014/main"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 xmlns:a16="http://schemas.microsoft.com/office/drawing/2014/main" id="{A22238F2-C6EC-476F-8371-119AECBA5622}"/>
              </a:ext>
            </a:extLst>
          </p:cNvPr>
          <p:cNvSpPr>
            <a:spLocks noGrp="1"/>
          </p:cNvSpPr>
          <p:nvPr>
            <p:ph sz="half" idx="1"/>
          </p:nvPr>
        </p:nvSpPr>
        <p:spPr>
          <a:xfrm>
            <a:off x="6288000" y="3763648"/>
            <a:ext cx="5472000" cy="2428351"/>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 xmlns:a16="http://schemas.microsoft.com/office/drawing/2014/main"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38438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 xmlns:a16="http://schemas.microsoft.com/office/drawing/2014/main" id="{9322B50D-6A7D-41C6-BA57-613BC231DF36}"/>
              </a:ext>
            </a:extLst>
          </p:cNvPr>
          <p:cNvSpPr>
            <a:spLocks noGrp="1"/>
          </p:cNvSpPr>
          <p:nvPr>
            <p:ph type="body" idx="1"/>
          </p:nvPr>
        </p:nvSpPr>
        <p:spPr>
          <a:xfrm>
            <a:off x="432000" y="2307689"/>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4" name="Content Placeholder 2">
            <a:extLst>
              <a:ext uri="{FF2B5EF4-FFF2-40B4-BE49-F238E27FC236}">
                <a16:creationId xmlns="" xmlns:a16="http://schemas.microsoft.com/office/drawing/2014/main" id="{9FD584DA-F775-47B8-A1D7-6556AD5FCBD2}"/>
              </a:ext>
            </a:extLst>
          </p:cNvPr>
          <p:cNvSpPr>
            <a:spLocks noGrp="1"/>
          </p:cNvSpPr>
          <p:nvPr>
            <p:ph sz="half" idx="2"/>
          </p:nvPr>
        </p:nvSpPr>
        <p:spPr>
          <a:xfrm>
            <a:off x="432000" y="2815037"/>
            <a:ext cx="5472000" cy="33769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2" name="Comparison Left Placeholder 2">
            <a:extLst>
              <a:ext uri="{FF2B5EF4-FFF2-40B4-BE49-F238E27FC236}">
                <a16:creationId xmlns="" xmlns:a16="http://schemas.microsoft.com/office/drawing/2014/main" id="{78A963F8-6F6E-440E-B3B3-DDE13C083A36}"/>
              </a:ext>
            </a:extLst>
          </p:cNvPr>
          <p:cNvSpPr>
            <a:spLocks noGrp="1"/>
          </p:cNvSpPr>
          <p:nvPr>
            <p:ph type="body" sz="quarter" idx="13"/>
          </p:nvPr>
        </p:nvSpPr>
        <p:spPr>
          <a:xfrm>
            <a:off x="6300000" y="2308214"/>
            <a:ext cx="5472000" cy="358775"/>
          </a:xfrm>
        </p:spPr>
        <p:txBody>
          <a:bodyPr/>
          <a:lstStyle>
            <a:lvl1pPr marL="0" indent="0">
              <a:buNone/>
              <a:defRPr sz="2400" b="1"/>
            </a:lvl1pPr>
          </a:lstStyle>
          <a:p>
            <a:pPr lvl="0"/>
            <a:r>
              <a:rPr lang="en-US" noProof="0" smtClean="0"/>
              <a:t>Click to edit Master text styles</a:t>
            </a:r>
          </a:p>
        </p:txBody>
      </p:sp>
      <p:sp>
        <p:nvSpPr>
          <p:cNvPr id="8" name="Text Placeholder 4">
            <a:extLst>
              <a:ext uri="{FF2B5EF4-FFF2-40B4-BE49-F238E27FC236}">
                <a16:creationId xmlns="" xmlns:a16="http://schemas.microsoft.com/office/drawing/2014/main" id="{DF0A5256-B267-47DA-858A-0F3867CB6139}"/>
              </a:ext>
            </a:extLst>
          </p:cNvPr>
          <p:cNvSpPr>
            <a:spLocks noGrp="1"/>
          </p:cNvSpPr>
          <p:nvPr>
            <p:ph type="body" sz="quarter" idx="12"/>
          </p:nvPr>
        </p:nvSpPr>
        <p:spPr>
          <a:xfrm>
            <a:off x="6299887" y="2812214"/>
            <a:ext cx="5472113" cy="3379036"/>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Footer Placeholder 4">
            <a:extLst>
              <a:ext uri="{FF2B5EF4-FFF2-40B4-BE49-F238E27FC236}">
                <a16:creationId xmlns=""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 xmlns:a16="http://schemas.microsoft.com/office/drawing/2014/main" id="{18733E7E-50D2-4F6C-9DF2-CF4C98C4B8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Rectangle 9" descr="Accent block left">
            <a:extLst>
              <a:ext uri="{FF2B5EF4-FFF2-40B4-BE49-F238E27FC236}">
                <a16:creationId xmlns="" xmlns:a16="http://schemas.microsoft.com/office/drawing/2014/main" id="{BBC0CAF5-0DE6-4BEA-824E-124A54A76AC6}"/>
              </a:ext>
              <a:ext uri="{C183D7F6-B498-43B3-948B-1728B52AA6E4}">
                <adec:decorative xmlns="" xmlns:adec="http://schemas.microsoft.com/office/drawing/2017/decorative" val="1"/>
              </a:ext>
            </a:extLst>
          </p:cNvPr>
          <p:cNvSpPr/>
          <p:nvPr userDrawn="1"/>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1" name="Rectangle 10" descr="Accent bar right&#10;">
            <a:extLst>
              <a:ext uri="{FF2B5EF4-FFF2-40B4-BE49-F238E27FC236}">
                <a16:creationId xmlns="" xmlns:a16="http://schemas.microsoft.com/office/drawing/2014/main" id="{ED008080-B2F5-441A-8B15-30AE86BBF943}"/>
              </a:ext>
              <a:ext uri="{C183D7F6-B498-43B3-948B-1728B52AA6E4}">
                <adec:decorative xmlns="" xmlns:adec="http://schemas.microsoft.com/office/drawing/2017/decorative" val="1"/>
              </a:ext>
            </a:extLst>
          </p:cNvPr>
          <p:cNvSpPr/>
          <p:nvPr userDrawn="1"/>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 xmlns:a16="http://schemas.microsoft.com/office/drawing/2014/main" id="{890ED7CE-A9D2-4D19-B978-56BFB74E657C}"/>
              </a:ext>
            </a:extLst>
          </p:cNvPr>
          <p:cNvSpPr>
            <a:spLocks noGrp="1"/>
          </p:cNvSpPr>
          <p:nvPr>
            <p:ph type="pic" sz="quarter" idx="14" hasCustomPrompt="1"/>
          </p:nvPr>
        </p:nvSpPr>
        <p:spPr>
          <a:xfrm>
            <a:off x="0" y="1"/>
            <a:ext cx="12192000" cy="6371350"/>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 xmlns:a16="http://schemas.microsoft.com/office/drawing/2014/main" id="{A22238F2-C6EC-476F-8371-119AECBA5622}"/>
              </a:ext>
            </a:extLst>
          </p:cNvPr>
          <p:cNvSpPr>
            <a:spLocks noGrp="1"/>
          </p:cNvSpPr>
          <p:nvPr>
            <p:ph sz="half" idx="1" hasCustomPrompt="1"/>
          </p:nvPr>
        </p:nvSpPr>
        <p:spPr>
          <a:xfrm>
            <a:off x="6096000" y="5359400"/>
            <a:ext cx="5664000" cy="565899"/>
          </a:xfrm>
          <a:solidFill>
            <a:schemeClr val="tx1"/>
          </a:solidFill>
        </p:spPr>
        <p:txBody>
          <a:bodyPr lIns="180000" tIns="180000" rIns="180000" bIns="180000" anchor="ctr"/>
          <a:lstStyle>
            <a:lvl1pPr marL="0" indent="0" algn="r">
              <a:buNone/>
              <a:defRPr>
                <a:solidFill>
                  <a:schemeClr val="bg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 xmlns:a16="http://schemas.microsoft.com/office/drawing/2014/main" id="{8B3D119C-DBF5-4B4F-BE38-7BD7B5C8A5D0}"/>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 xmlns:a16="http://schemas.microsoft.com/office/drawing/2014/main" id="{7F8E7C83-06D7-4C5B-85B7-0E5713B4FAB3}"/>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 xmlns:a16="http://schemas.microsoft.com/office/drawing/2014/main" id="{EB7F0EE8-BE52-4A79-8FC8-4A2487FA01FC}"/>
              </a:ext>
            </a:extLst>
          </p:cNvPr>
          <p:cNvSpPr>
            <a:spLocks noGrp="1"/>
          </p:cNvSpPr>
          <p:nvPr>
            <p:ph type="pic" sz="quarter" idx="10" hasCustomPrompt="1"/>
          </p:nvPr>
        </p:nvSpPr>
        <p:spPr>
          <a:xfrm>
            <a:off x="0" y="0"/>
            <a:ext cx="9780102" cy="6804025"/>
          </a:xfrm>
          <a:solidFill>
            <a:schemeClr val="bg1">
              <a:lumMod val="85000"/>
            </a:schemeClr>
          </a:solidFill>
        </p:spPr>
        <p:txBody>
          <a:bodyPr tIns="0"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 xmlns:a16="http://schemas.microsoft.com/office/drawing/2014/main" id="{00F23EB7-E336-46EB-A4A0-3DB7A6BF4CE1}"/>
              </a:ext>
            </a:extLst>
          </p:cNvPr>
          <p:cNvSpPr>
            <a:spLocks noGrp="1"/>
          </p:cNvSpPr>
          <p:nvPr>
            <p:ph type="ctrTitle" hasCustomPrompt="1"/>
          </p:nvPr>
        </p:nvSpPr>
        <p:spPr>
          <a:xfrm>
            <a:off x="8458200" y="2798354"/>
            <a:ext cx="3733800" cy="1013684"/>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Thank You</a:t>
            </a:r>
          </a:p>
        </p:txBody>
      </p:sp>
      <p:sp>
        <p:nvSpPr>
          <p:cNvPr id="9" name="Text Placeholder 5">
            <a:extLst>
              <a:ext uri="{FF2B5EF4-FFF2-40B4-BE49-F238E27FC236}">
                <a16:creationId xmlns="" xmlns:a16="http://schemas.microsoft.com/office/drawing/2014/main" id="{52FA7FC9-E40E-4144-84E4-34E3722E9A6D}"/>
              </a:ext>
            </a:extLst>
          </p:cNvPr>
          <p:cNvSpPr>
            <a:spLocks noGrp="1"/>
          </p:cNvSpPr>
          <p:nvPr>
            <p:ph type="body" sz="quarter" idx="15" hasCustomPrompt="1"/>
          </p:nvPr>
        </p:nvSpPr>
        <p:spPr>
          <a:xfrm>
            <a:off x="8458200" y="3957705"/>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0" name="Text Placeholder 6">
            <a:extLst>
              <a:ext uri="{FF2B5EF4-FFF2-40B4-BE49-F238E27FC236}">
                <a16:creationId xmlns="" xmlns:a16="http://schemas.microsoft.com/office/drawing/2014/main" id="{97289182-4FE6-4A18-9775-4588D5801CF6}"/>
              </a:ext>
            </a:extLst>
          </p:cNvPr>
          <p:cNvSpPr>
            <a:spLocks noGrp="1"/>
          </p:cNvSpPr>
          <p:nvPr>
            <p:ph type="body" sz="quarter" idx="16" hasCustomPrompt="1"/>
          </p:nvPr>
        </p:nvSpPr>
        <p:spPr>
          <a:xfrm>
            <a:off x="8458200" y="4306722"/>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1" name="Text Placeholder 7">
            <a:extLst>
              <a:ext uri="{FF2B5EF4-FFF2-40B4-BE49-F238E27FC236}">
                <a16:creationId xmlns="" xmlns:a16="http://schemas.microsoft.com/office/drawing/2014/main" id="{BD4E94C7-6CAF-4FEE-9E02-D3D3A2AC5EAF}"/>
              </a:ext>
            </a:extLst>
          </p:cNvPr>
          <p:cNvSpPr>
            <a:spLocks noGrp="1"/>
          </p:cNvSpPr>
          <p:nvPr>
            <p:ph type="body" sz="quarter" idx="17" hasCustomPrompt="1"/>
          </p:nvPr>
        </p:nvSpPr>
        <p:spPr>
          <a:xfrm>
            <a:off x="8458200" y="4655739"/>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2" name="Text Placeholder 8">
            <a:extLst>
              <a:ext uri="{FF2B5EF4-FFF2-40B4-BE49-F238E27FC236}">
                <a16:creationId xmlns="" xmlns:a16="http://schemas.microsoft.com/office/drawing/2014/main" id="{0DE421A3-3C59-48FC-BC3B-007ADFBEB4FE}"/>
              </a:ext>
            </a:extLst>
          </p:cNvPr>
          <p:cNvSpPr>
            <a:spLocks noGrp="1"/>
          </p:cNvSpPr>
          <p:nvPr>
            <p:ph type="body" sz="quarter" idx="18" hasCustomPrompt="1"/>
          </p:nvPr>
        </p:nvSpPr>
        <p:spPr>
          <a:xfrm>
            <a:off x="8458200" y="5004756"/>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
        <p:nvSpPr>
          <p:cNvPr id="15" name="Rectangle 14">
            <a:extLst>
              <a:ext uri="{FF2B5EF4-FFF2-40B4-BE49-F238E27FC236}">
                <a16:creationId xmlns=""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 xmlns:a16="http://schemas.microsoft.com/office/drawing/2014/main" id="{51DD44D8-4A8F-4693-B90A-166855B29D25}"/>
              </a:ext>
            </a:extLst>
          </p:cNvPr>
          <p:cNvSpPr/>
          <p:nvPr userDrawn="1"/>
        </p:nvSpPr>
        <p:spPr>
          <a:xfrm>
            <a:off x="8458200" y="2685912"/>
            <a:ext cx="3733800"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222FB6A7-1E80-487C-93E6-DCAA8751EF21}"/>
              </a:ext>
            </a:extLst>
          </p:cNvPr>
          <p:cNvSpPr>
            <a:spLocks noGrp="1"/>
          </p:cNvSpPr>
          <p:nvPr>
            <p:ph type="sldNum" sz="quarter" idx="20"/>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04966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 xmlns:a16="http://schemas.microsoft.com/office/drawing/2014/main" id="{B1948E38-8FB0-4E51-A01C-C88794372E5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 xmlns:a16="http://schemas.microsoft.com/office/drawing/2014/main" id="{A22238F2-C6EC-476F-8371-119AECBA5622}"/>
              </a:ext>
            </a:extLst>
          </p:cNvPr>
          <p:cNvSpPr>
            <a:spLocks noGrp="1"/>
          </p:cNvSpPr>
          <p:nvPr>
            <p:ph sz="half" idx="1"/>
          </p:nvPr>
        </p:nvSpPr>
        <p:spPr>
          <a:xfrm>
            <a:off x="432000" y="1512000"/>
            <a:ext cx="5472000" cy="468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Text Placeholder 4">
            <a:extLst>
              <a:ext uri="{FF2B5EF4-FFF2-40B4-BE49-F238E27FC236}">
                <a16:creationId xmlns=""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 xmlns:a16="http://schemas.microsoft.com/office/drawing/2014/main" id="{B1948E38-8FB0-4E51-A01C-C88794372E50}"/>
              </a:ext>
            </a:extLst>
          </p:cNvPr>
          <p:cNvSpPr>
            <a:spLocks noGrp="1"/>
          </p:cNvSpPr>
          <p:nvPr>
            <p:ph idx="1"/>
          </p:nvPr>
        </p:nvSpPr>
        <p:spPr>
          <a:xfrm>
            <a:off x="43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a:extLst>
              <a:ext uri="{FF2B5EF4-FFF2-40B4-BE49-F238E27FC236}">
                <a16:creationId xmlns=""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1" name="Text Placeholder 5">
            <a:extLst>
              <a:ext uri="{FF2B5EF4-FFF2-40B4-BE49-F238E27FC236}">
                <a16:creationId xmlns=""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 xmlns:a16="http://schemas.microsoft.com/office/drawing/2014/main" id="{B1948E38-8FB0-4E51-A01C-C88794372E50}"/>
              </a:ext>
            </a:extLst>
          </p:cNvPr>
          <p:cNvSpPr>
            <a:spLocks noGrp="1"/>
          </p:cNvSpPr>
          <p:nvPr>
            <p:ph idx="1"/>
          </p:nvPr>
        </p:nvSpPr>
        <p:spPr>
          <a:xfrm>
            <a:off x="432000" y="1512000"/>
            <a:ext cx="216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a:extLst>
              <a:ext uri="{FF2B5EF4-FFF2-40B4-BE49-F238E27FC236}">
                <a16:creationId xmlns=""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5">
            <a:extLst>
              <a:ext uri="{FF2B5EF4-FFF2-40B4-BE49-F238E27FC236}">
                <a16:creationId xmlns=""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5" name="Text Placeholder 6">
            <a:extLst>
              <a:ext uri="{FF2B5EF4-FFF2-40B4-BE49-F238E27FC236}">
                <a16:creationId xmlns=""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7" name="Text Placeholder 7">
            <a:extLst>
              <a:ext uri="{FF2B5EF4-FFF2-40B4-BE49-F238E27FC236}">
                <a16:creationId xmlns=""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 xmlns:a16="http://schemas.microsoft.com/office/drawing/2014/main" id="{009ABD5E-B8F1-4246-B167-09138760AD7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smtClean="0"/>
              <a:t>Click to edit Master subtitle style</a:t>
            </a:r>
            <a:endParaRPr lang="en-US" noProof="0"/>
          </a:p>
        </p:txBody>
      </p:sp>
      <p:sp>
        <p:nvSpPr>
          <p:cNvPr id="13" name="Rectangle 12">
            <a:extLst>
              <a:ext uri="{FF2B5EF4-FFF2-40B4-BE49-F238E27FC236}">
                <a16:creationId xmlns=""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57760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4" name="Footer Placeholder 3">
            <a:extLst>
              <a:ext uri="{FF2B5EF4-FFF2-40B4-BE49-F238E27FC236}">
                <a16:creationId xmlns=""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11" name="Text Placeholder 2">
            <a:extLst>
              <a:ext uri="{FF2B5EF4-FFF2-40B4-BE49-F238E27FC236}">
                <a16:creationId xmlns="" xmlns:a16="http://schemas.microsoft.com/office/drawing/2014/main" id="{14B95064-E6BF-43CD-ACBD-6363E8D9BF6A}"/>
              </a:ext>
            </a:extLst>
          </p:cNvPr>
          <p:cNvSpPr>
            <a:spLocks noGrp="1"/>
          </p:cNvSpPr>
          <p:nvPr>
            <p:ph type="body" idx="1"/>
          </p:nvPr>
        </p:nvSpPr>
        <p:spPr>
          <a:xfrm>
            <a:off x="0" y="4114627"/>
            <a:ext cx="5956300" cy="1095056"/>
          </a:xfrm>
          <a:solidFill>
            <a:schemeClr val="tx1">
              <a:alpha val="80000"/>
            </a:schemeClr>
          </a:solidFill>
        </p:spPr>
        <p:txBody>
          <a:bodyPr vert="horz" lIns="252000" tIns="180000" rIns="180000" bIns="180000" rtlCol="0">
            <a:noAutofit/>
          </a:bodyPr>
          <a:lstStyle>
            <a:lvl1pPr marL="0" indent="0" algn="l">
              <a:buNone/>
              <a:defRPr lang="en-US">
                <a:solidFill>
                  <a:schemeClr val="bg1"/>
                </a:solidFill>
              </a:defRPr>
            </a:lvl1pPr>
          </a:lstStyle>
          <a:p>
            <a:pPr marL="266700" lvl="0" indent="-266700"/>
            <a:r>
              <a:rPr lang="en-US" noProof="0" smtClean="0"/>
              <a:t>Click to edit Master text styles</a:t>
            </a:r>
          </a:p>
        </p:txBody>
      </p:sp>
    </p:spTree>
    <p:extLst>
      <p:ext uri="{BB962C8B-B14F-4D97-AF65-F5344CB8AC3E}">
        <p14:creationId xmlns:p14="http://schemas.microsoft.com/office/powerpoint/2010/main" val="3982563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3" name="Content Placeholder 2">
            <a:extLst>
              <a:ext uri="{FF2B5EF4-FFF2-40B4-BE49-F238E27FC236}">
                <a16:creationId xmlns="" xmlns:a16="http://schemas.microsoft.com/office/drawing/2014/main" id="{B1948E38-8FB0-4E51-A01C-C88794372E50}"/>
              </a:ext>
            </a:extLst>
          </p:cNvPr>
          <p:cNvSpPr>
            <a:spLocks noGrp="1"/>
          </p:cNvSpPr>
          <p:nvPr>
            <p:ph idx="1"/>
          </p:nvPr>
        </p:nvSpPr>
        <p:spPr>
          <a:xfrm>
            <a:off x="432000" y="1008000"/>
            <a:ext cx="11328000" cy="5183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Footer Placeholder 3">
            <a:extLst>
              <a:ext uri="{FF2B5EF4-FFF2-40B4-BE49-F238E27FC236}">
                <a16:creationId xmlns=""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6207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9" name="Content Placeholder 3">
            <a:extLst>
              <a:ext uri="{FF2B5EF4-FFF2-40B4-BE49-F238E27FC236}">
                <a16:creationId xmlns="" xmlns:a16="http://schemas.microsoft.com/office/drawing/2014/main" id="{EE1E0B79-3CC8-4DCF-8AEC-AC43BC9A3048}"/>
              </a:ext>
            </a:extLst>
          </p:cNvPr>
          <p:cNvSpPr>
            <a:spLocks noGrp="1"/>
          </p:cNvSpPr>
          <p:nvPr>
            <p:ph sz="half" idx="2"/>
          </p:nvPr>
        </p:nvSpPr>
        <p:spPr>
          <a:xfrm>
            <a:off x="6311886" y="1007250"/>
            <a:ext cx="5460114" cy="5169713"/>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Content Placeholder 2">
            <a:extLst>
              <a:ext uri="{FF2B5EF4-FFF2-40B4-BE49-F238E27FC236}">
                <a16:creationId xmlns="" xmlns:a16="http://schemas.microsoft.com/office/drawing/2014/main" id="{15546508-E26C-46CD-8939-D20E71BF4ED7}"/>
              </a:ext>
            </a:extLst>
          </p:cNvPr>
          <p:cNvSpPr>
            <a:spLocks noGrp="1"/>
          </p:cNvSpPr>
          <p:nvPr>
            <p:ph sz="half" idx="1"/>
          </p:nvPr>
        </p:nvSpPr>
        <p:spPr>
          <a:xfrm>
            <a:off x="431999" y="1007250"/>
            <a:ext cx="5448115" cy="5169713"/>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615553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 xmlns:a16="http://schemas.microsoft.com/office/drawing/2014/main" id="{48A1A904-FE62-4BE3-BAE9-0EEAE7B1E38C}"/>
              </a:ext>
              <a:ext uri="{C183D7F6-B498-43B3-948B-1728B52AA6E4}">
                <adec:decorative xmlns="" xmlns:adec="http://schemas.microsoft.com/office/drawing/2017/decorative" val="1"/>
              </a:ext>
            </a:extLst>
          </p:cNvPr>
          <p:cNvSpPr/>
          <p:nvPr userDrawn="1"/>
        </p:nvSpPr>
        <p:spPr>
          <a:xfrm>
            <a:off x="431800" y="1016231"/>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2" name="Rectangle 11" descr="Accent bar right&#10;">
            <a:extLst>
              <a:ext uri="{FF2B5EF4-FFF2-40B4-BE49-F238E27FC236}">
                <a16:creationId xmlns="" xmlns:a16="http://schemas.microsoft.com/office/drawing/2014/main" id="{3E8A46E0-47C2-4441-B7DD-F621A80F1FC8}"/>
              </a:ext>
              <a:ext uri="{C183D7F6-B498-43B3-948B-1728B52AA6E4}">
                <adec:decorative xmlns="" xmlns:adec="http://schemas.microsoft.com/office/drawing/2017/decorative" val="1"/>
              </a:ext>
            </a:extLst>
          </p:cNvPr>
          <p:cNvSpPr/>
          <p:nvPr userDrawn="1"/>
        </p:nvSpPr>
        <p:spPr>
          <a:xfrm>
            <a:off x="6299887" y="1016231"/>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Text Placeholder 2">
            <a:extLst>
              <a:ext uri="{FF2B5EF4-FFF2-40B4-BE49-F238E27FC236}">
                <a16:creationId xmlns="" xmlns:a16="http://schemas.microsoft.com/office/drawing/2014/main" id="{D902C307-6561-4E11-9899-1F34830AE8AB}"/>
              </a:ext>
            </a:extLst>
          </p:cNvPr>
          <p:cNvSpPr>
            <a:spLocks noGrp="1"/>
          </p:cNvSpPr>
          <p:nvPr>
            <p:ph type="body" idx="1"/>
          </p:nvPr>
        </p:nvSpPr>
        <p:spPr>
          <a:xfrm>
            <a:off x="431800" y="1224128"/>
            <a:ext cx="5448115"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16" name="Text Placeholder 4">
            <a:extLst>
              <a:ext uri="{FF2B5EF4-FFF2-40B4-BE49-F238E27FC236}">
                <a16:creationId xmlns="" xmlns:a16="http://schemas.microsoft.com/office/drawing/2014/main" id="{CD73439B-6B1B-47C5-B2B0-409015FB3398}"/>
              </a:ext>
            </a:extLst>
          </p:cNvPr>
          <p:cNvSpPr>
            <a:spLocks noGrp="1"/>
          </p:cNvSpPr>
          <p:nvPr>
            <p:ph type="body" sz="quarter" idx="3"/>
          </p:nvPr>
        </p:nvSpPr>
        <p:spPr>
          <a:xfrm>
            <a:off x="6312086" y="1224128"/>
            <a:ext cx="5447914"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17" name="Content Placeholder 5">
            <a:extLst>
              <a:ext uri="{FF2B5EF4-FFF2-40B4-BE49-F238E27FC236}">
                <a16:creationId xmlns="" xmlns:a16="http://schemas.microsoft.com/office/drawing/2014/main" id="{12AC6878-44C6-4445-A225-70C0DC482EDF}"/>
              </a:ext>
            </a:extLst>
          </p:cNvPr>
          <p:cNvSpPr>
            <a:spLocks noGrp="1"/>
          </p:cNvSpPr>
          <p:nvPr>
            <p:ph sz="quarter" idx="4"/>
          </p:nvPr>
        </p:nvSpPr>
        <p:spPr>
          <a:xfrm>
            <a:off x="6299886" y="1955731"/>
            <a:ext cx="5447914" cy="4233932"/>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8" name="Content Placeholder 3">
            <a:extLst>
              <a:ext uri="{FF2B5EF4-FFF2-40B4-BE49-F238E27FC236}">
                <a16:creationId xmlns="" xmlns:a16="http://schemas.microsoft.com/office/drawing/2014/main" id="{6D675DA8-374F-4915-973A-53612A41FFC1}"/>
              </a:ext>
            </a:extLst>
          </p:cNvPr>
          <p:cNvSpPr>
            <a:spLocks noGrp="1"/>
          </p:cNvSpPr>
          <p:nvPr>
            <p:ph sz="half" idx="2"/>
          </p:nvPr>
        </p:nvSpPr>
        <p:spPr>
          <a:xfrm>
            <a:off x="431800" y="1943031"/>
            <a:ext cx="5447914" cy="4246632"/>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625315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 xmlns:a16="http://schemas.microsoft.com/office/drawing/2014/main" id="{48A1A904-FE62-4BE3-BAE9-0EEAE7B1E38C}"/>
              </a:ext>
              <a:ext uri="{C183D7F6-B498-43B3-948B-1728B52AA6E4}">
                <adec:decorative xmlns="" xmlns:adec="http://schemas.microsoft.com/office/drawing/2017/decorative" val="1"/>
              </a:ext>
            </a:extLst>
          </p:cNvPr>
          <p:cNvSpPr/>
          <p:nvPr userDrawn="1"/>
        </p:nvSpPr>
        <p:spPr>
          <a:xfrm>
            <a:off x="431800" y="1892926"/>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Content Placeholder 2">
            <a:extLst>
              <a:ext uri="{FF2B5EF4-FFF2-40B4-BE49-F238E27FC236}">
                <a16:creationId xmlns="" xmlns:a16="http://schemas.microsoft.com/office/drawing/2014/main" id="{85B68CA9-AC4C-4D15-9BA1-A9F1AC5606DA}"/>
              </a:ext>
            </a:extLst>
          </p:cNvPr>
          <p:cNvSpPr>
            <a:spLocks noGrp="1"/>
          </p:cNvSpPr>
          <p:nvPr>
            <p:ph idx="1"/>
          </p:nvPr>
        </p:nvSpPr>
        <p:spPr>
          <a:xfrm>
            <a:off x="4788816" y="432001"/>
            <a:ext cx="6971184" cy="5429050"/>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5" name="Text Placeholder 3">
            <a:extLst>
              <a:ext uri="{FF2B5EF4-FFF2-40B4-BE49-F238E27FC236}">
                <a16:creationId xmlns="" xmlns:a16="http://schemas.microsoft.com/office/drawing/2014/main" id="{29B24D8A-D8A5-4F57-A260-A4CF75FCB3BD}"/>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Tree>
    <p:extLst>
      <p:ext uri="{BB962C8B-B14F-4D97-AF65-F5344CB8AC3E}">
        <p14:creationId xmlns:p14="http://schemas.microsoft.com/office/powerpoint/2010/main" val="801432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 xmlns:a16="http://schemas.microsoft.com/office/drawing/2014/main" id="{48A1A904-FE62-4BE3-BAE9-0EEAE7B1E38C}"/>
              </a:ext>
              <a:ext uri="{C183D7F6-B498-43B3-948B-1728B52AA6E4}">
                <adec:decorative xmlns="" xmlns:adec="http://schemas.microsoft.com/office/drawing/2017/decorative" val="1"/>
              </a:ext>
            </a:extLst>
          </p:cNvPr>
          <p:cNvSpPr/>
          <p:nvPr userDrawn="1"/>
        </p:nvSpPr>
        <p:spPr>
          <a:xfrm>
            <a:off x="431800" y="1892926"/>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9" name="Text Placeholder 3">
            <a:extLst>
              <a:ext uri="{FF2B5EF4-FFF2-40B4-BE49-F238E27FC236}">
                <a16:creationId xmlns="" xmlns:a16="http://schemas.microsoft.com/office/drawing/2014/main" id="{3E50A411-2E68-4F4D-B4BC-62E87C633658}"/>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Click to edit Master text styles</a:t>
            </a:r>
          </a:p>
        </p:txBody>
      </p:sp>
      <p:sp>
        <p:nvSpPr>
          <p:cNvPr id="10" name="Picture Placeholder 2">
            <a:extLst>
              <a:ext uri="{FF2B5EF4-FFF2-40B4-BE49-F238E27FC236}">
                <a16:creationId xmlns="" xmlns:a16="http://schemas.microsoft.com/office/drawing/2014/main" id="{2FBF39A8-0BD5-48FD-9993-F595D4F727C1}"/>
              </a:ext>
            </a:extLst>
          </p:cNvPr>
          <p:cNvSpPr>
            <a:spLocks noGrp="1"/>
          </p:cNvSpPr>
          <p:nvPr>
            <p:ph type="pic" idx="1"/>
          </p:nvPr>
        </p:nvSpPr>
        <p:spPr>
          <a:xfrm>
            <a:off x="4788816" y="432001"/>
            <a:ext cx="6971184" cy="54290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Tree>
    <p:extLst>
      <p:ext uri="{BB962C8B-B14F-4D97-AF65-F5344CB8AC3E}">
        <p14:creationId xmlns:p14="http://schemas.microsoft.com/office/powerpoint/2010/main" val="2040633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5" name="Subtitle 2">
            <a:extLst>
              <a:ext uri="{FF2B5EF4-FFF2-40B4-BE49-F238E27FC236}">
                <a16:creationId xmlns=""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 xmlns:a16="http://schemas.microsoft.com/office/drawing/2014/main" id="{853CF994-8B2C-443F-B695-7378DD360DAA}"/>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 xmlns:a16="http://schemas.microsoft.com/office/drawing/2014/main" id="{90694D9D-C633-4D52-965E-E5BBD9883037}"/>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1139767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Footer Placeholder 1">
            <a:extLst>
              <a:ext uri="{FF2B5EF4-FFF2-40B4-BE49-F238E27FC236}">
                <a16:creationId xmlns=""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 xmlns:a16="http://schemas.microsoft.com/office/drawing/2014/main" id="{90694D9D-C633-4D52-965E-E5BBD9883037}"/>
              </a:ext>
            </a:extLst>
          </p:cNvPr>
          <p:cNvSpPr>
            <a:spLocks noGrp="1"/>
          </p:cNvSpPr>
          <p:nvPr>
            <p:ph type="title"/>
          </p:nvPr>
        </p:nvSpPr>
        <p:spPr/>
        <p:txBody>
          <a:bodyPr/>
          <a:lstStyle/>
          <a:p>
            <a:r>
              <a:rPr lang="en-US" noProof="0" smtClean="0"/>
              <a:t>Click to edit Master title style</a:t>
            </a:r>
            <a:endParaRPr lang="en-US" noProof="0"/>
          </a:p>
        </p:txBody>
      </p:sp>
      <p:sp>
        <p:nvSpPr>
          <p:cNvPr id="6" name="Text Placeholder 5">
            <a:extLst>
              <a:ext uri="{FF2B5EF4-FFF2-40B4-BE49-F238E27FC236}">
                <a16:creationId xmlns="" xmlns:a16="http://schemas.microsoft.com/office/drawing/2014/main" id="{0DB3A426-6D4A-4D91-ACD6-A2C25BAE44E3}"/>
              </a:ext>
            </a:extLst>
          </p:cNvPr>
          <p:cNvSpPr>
            <a:spLocks noGrp="1"/>
          </p:cNvSpPr>
          <p:nvPr>
            <p:ph type="body" sz="quarter" idx="14"/>
          </p:nvPr>
        </p:nvSpPr>
        <p:spPr>
          <a:xfrm>
            <a:off x="1664370" y="2033588"/>
            <a:ext cx="8863262" cy="2790825"/>
          </a:xfrm>
        </p:spPr>
        <p:txBody>
          <a:bodyPr anchor="ctr"/>
          <a:lstStyle>
            <a:lvl1pPr marL="0" indent="0" algn="ctr">
              <a:buNone/>
              <a:defRPr sz="6000"/>
            </a:lvl1pPr>
            <a:lvl2pPr marL="266700" indent="0">
              <a:buNone/>
              <a:defRPr/>
            </a:lvl2pPr>
          </a:lstStyle>
          <a:p>
            <a:pPr lvl="0"/>
            <a:r>
              <a:rPr lang="en-US" noProof="0" smtClean="0"/>
              <a:t>Click to edit Master text styles</a:t>
            </a:r>
          </a:p>
        </p:txBody>
      </p:sp>
    </p:spTree>
    <p:extLst>
      <p:ext uri="{BB962C8B-B14F-4D97-AF65-F5344CB8AC3E}">
        <p14:creationId xmlns:p14="http://schemas.microsoft.com/office/powerpoint/2010/main" val="2877243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3900433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3EB0D177-9AA4-42F4-9CD7-CD206217CA6D}"/>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 xmlns:a16="http://schemas.microsoft.com/office/drawing/2014/main" id="{C825DB53-D610-4A40-AFDC-EBC47DB613CE}"/>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Shape 30">
            <a:extLst>
              <a:ext uri="{FF2B5EF4-FFF2-40B4-BE49-F238E27FC236}">
                <a16:creationId xmlns="" xmlns:a16="http://schemas.microsoft.com/office/drawing/2014/main" id="{C2B9A6A4-83D0-40B1-8B15-964C84BF0705}"/>
              </a:ext>
            </a:extLst>
          </p:cNvPr>
          <p:cNvSpPr/>
          <p:nvPr userDrawn="1"/>
        </p:nvSpPr>
        <p:spPr>
          <a:xfrm>
            <a:off x="0"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Footer Placeholder 4">
            <a:extLst>
              <a:ext uri="{FF2B5EF4-FFF2-40B4-BE49-F238E27FC236}">
                <a16:creationId xmlns="" xmlns:a16="http://schemas.microsoft.com/office/drawing/2014/main" id="{58879C91-B77F-4273-9A27-A3535FB889DB}"/>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 xmlns:a16="http://schemas.microsoft.com/office/drawing/2014/main" id="{5ECA3099-A94F-4C3E-BC29-780EDD38F7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fld id="{19B51A1E-902D-48AF-9020-955120F399B6}" type="slidenum">
              <a:rPr lang="en-US" noProof="0" smtClean="0"/>
              <a:pPr/>
              <a:t>‹#›</a:t>
            </a:fld>
            <a:endParaRPr lang="en-US" noProof="0" dirty="0"/>
          </a:p>
        </p:txBody>
      </p:sp>
      <p:sp>
        <p:nvSpPr>
          <p:cNvPr id="4" name="TextBox 3">
            <a:extLst>
              <a:ext uri="{FF2B5EF4-FFF2-40B4-BE49-F238E27FC236}">
                <a16:creationId xmlns="" xmlns:a16="http://schemas.microsoft.com/office/drawing/2014/main" id="{34FDC6F9-37F9-4E25-AECA-D307B8421C73}"/>
              </a:ext>
            </a:extLst>
          </p:cNvPr>
          <p:cNvSpPr txBox="1"/>
          <p:nvPr userDrawn="1"/>
        </p:nvSpPr>
        <p:spPr>
          <a:xfrm>
            <a:off x="10243100" y="6422491"/>
            <a:ext cx="1053900" cy="380860"/>
          </a:xfrm>
          <a:prstGeom prst="rect">
            <a:avLst/>
          </a:prstGeom>
          <a:noFill/>
        </p:spPr>
        <p:txBody>
          <a:bodyPr wrap="square" tIns="108000" bIns="0" rtlCol="0" anchor="ctr">
            <a:spAutoFit/>
          </a:bodyPr>
          <a:lstStyle/>
          <a:p>
            <a:pPr algn="r">
              <a:lnSpc>
                <a:spcPts val="1000"/>
              </a:lnSpc>
            </a:pPr>
            <a:r>
              <a:rPr lang="en-US" sz="2500" b="1" i="0" spc="-100" baseline="0" noProof="0" dirty="0">
                <a:solidFill>
                  <a:schemeClr val="accent1"/>
                </a:solidFill>
                <a:latin typeface="+mj-lt"/>
              </a:rPr>
              <a:t>TREY</a:t>
            </a:r>
            <a:r>
              <a:rPr lang="en-US" sz="1600" b="1" i="0" spc="-100" baseline="0" noProof="0" dirty="0">
                <a:solidFill>
                  <a:schemeClr val="accent1"/>
                </a:solidFill>
                <a:latin typeface="+mj-lt"/>
              </a:rPr>
              <a:t> </a:t>
            </a:r>
            <a:br>
              <a:rPr lang="en-US" sz="1600" b="1" i="0" spc="-100" baseline="0" noProof="0" dirty="0">
                <a:solidFill>
                  <a:schemeClr val="accent1"/>
                </a:solidFill>
                <a:latin typeface="+mj-lt"/>
              </a:rPr>
            </a:br>
            <a:r>
              <a:rPr lang="en-US" sz="1200" b="0" i="0" spc="140" baseline="0" noProof="0" dirty="0">
                <a:solidFill>
                  <a:schemeClr val="tx1">
                    <a:lumMod val="75000"/>
                    <a:lumOff val="25000"/>
                  </a:schemeClr>
                </a:solidFill>
                <a:latin typeface="+mj-lt"/>
              </a:rPr>
              <a:t>research</a:t>
            </a:r>
          </a:p>
        </p:txBody>
      </p:sp>
      <p:sp>
        <p:nvSpPr>
          <p:cNvPr id="9" name="Rectangle 8">
            <a:extLst>
              <a:ext uri="{FF2B5EF4-FFF2-40B4-BE49-F238E27FC236}">
                <a16:creationId xmlns="" xmlns:a16="http://schemas.microsoft.com/office/drawing/2014/main" id="{4BC39664-EB8B-4A32-915A-D4308F79277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 xmlns:a16="http://schemas.microsoft.com/office/drawing/2014/main" id="{9B49670D-8F18-44A8-B217-67B412095C0D}"/>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 xmlns:a16="http://schemas.microsoft.com/office/drawing/2014/main" id="{030FA059-EC32-4FFF-9673-48849B2FA43A}"/>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6" r:id="rId5"/>
    <p:sldLayoutId id="2147483659" r:id="rId6"/>
    <p:sldLayoutId id="2147483660" r:id="rId7"/>
    <p:sldLayoutId id="2147483664" r:id="rId8"/>
    <p:sldLayoutId id="2147483650" r:id="rId9"/>
    <p:sldLayoutId id="2147483652" r:id="rId10"/>
    <p:sldLayoutId id="2147483656" r:id="rId11"/>
    <p:sldLayoutId id="2147483657" r:id="rId12"/>
    <p:sldLayoutId id="2147483667" r:id="rId13"/>
    <p:sldLayoutId id="2147483668" r:id="rId14"/>
    <p:sldLayoutId id="2147483669" r:id="rId15"/>
    <p:sldLayoutId id="2147483670" r:id="rId16"/>
    <p:sldLayoutId id="2147483671" r:id="rId17"/>
    <p:sldLayoutId id="2147483673" r:id="rId18"/>
    <p:sldLayoutId id="2147483674" r:id="rId19"/>
    <p:sldLayoutId id="2147483654" r:id="rId20"/>
    <p:sldLayoutId id="2147483655" r:id="rId21"/>
    <p:sldLayoutId id="2147483675" r:id="rId22"/>
    <p:sldLayoutId id="2147483672" r:id="rId23"/>
  </p:sldLayoutIdLst>
  <p:hf hdr="0" dt="0"/>
  <p:txStyles>
    <p:title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15.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image" Target="../media/image11.jpeg"/><Relationship Id="rId1" Type="http://schemas.openxmlformats.org/officeDocument/2006/relationships/slideLayout" Target="../slideLayouts/slideLayout8.xml"/><Relationship Id="rId6" Type="http://schemas.openxmlformats.org/officeDocument/2006/relationships/image" Target="../media/image11.svg"/><Relationship Id="rId5" Type="http://schemas.openxmlformats.org/officeDocument/2006/relationships/image" Target="../media/image13.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 xmlns:a16="http://schemas.microsoft.com/office/drawing/2014/main" id="{AA8A1CBA-9BB5-2246-9F4B-98EAD7C9015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0" y="179873"/>
            <a:ext cx="9780588" cy="6523652"/>
          </a:xfrm>
        </p:spPr>
      </p:pic>
      <p:sp>
        <p:nvSpPr>
          <p:cNvPr id="3" name="Title 2">
            <a:extLst>
              <a:ext uri="{FF2B5EF4-FFF2-40B4-BE49-F238E27FC236}">
                <a16:creationId xmlns="" xmlns:a16="http://schemas.microsoft.com/office/drawing/2014/main" id="{200B3D2B-613A-41BE-987D-E6A1324B456D}"/>
              </a:ext>
            </a:extLst>
          </p:cNvPr>
          <p:cNvSpPr>
            <a:spLocks noGrp="1"/>
          </p:cNvSpPr>
          <p:nvPr>
            <p:ph type="ctrTitle"/>
          </p:nvPr>
        </p:nvSpPr>
        <p:spPr>
          <a:xfrm>
            <a:off x="3200400" y="2811053"/>
            <a:ext cx="8991600" cy="1261295"/>
          </a:xfrm>
        </p:spPr>
        <p:txBody>
          <a:bodyPr/>
          <a:lstStyle/>
          <a:p>
            <a:r>
              <a:rPr lang="en-US" sz="5400" dirty="0" smtClean="0"/>
              <a:t>E-Commerce Clothing Website</a:t>
            </a:r>
            <a:endParaRPr lang="en-US" sz="5400" dirty="0"/>
          </a:p>
        </p:txBody>
      </p:sp>
      <p:sp>
        <p:nvSpPr>
          <p:cNvPr id="4" name="Subtitle 3">
            <a:extLst>
              <a:ext uri="{FF2B5EF4-FFF2-40B4-BE49-F238E27FC236}">
                <a16:creationId xmlns="" xmlns:a16="http://schemas.microsoft.com/office/drawing/2014/main" id="{4772945D-CA91-4CFE-8EB7-941C7618C994}"/>
              </a:ext>
            </a:extLst>
          </p:cNvPr>
          <p:cNvSpPr>
            <a:spLocks noGrp="1"/>
          </p:cNvSpPr>
          <p:nvPr>
            <p:ph type="subTitle" idx="1"/>
          </p:nvPr>
        </p:nvSpPr>
        <p:spPr>
          <a:xfrm>
            <a:off x="3200400" y="4061039"/>
            <a:ext cx="6580188" cy="580921"/>
          </a:xfrm>
        </p:spPr>
        <p:txBody>
          <a:bodyPr/>
          <a:lstStyle/>
          <a:p>
            <a:r>
              <a:rPr lang="en-US" dirty="0"/>
              <a:t>"Your Fashion, Your Way: Explore the Latest Trends and Styles"</a:t>
            </a:r>
          </a:p>
        </p:txBody>
      </p:sp>
    </p:spTree>
    <p:extLst>
      <p:ext uri="{BB962C8B-B14F-4D97-AF65-F5344CB8AC3E}">
        <p14:creationId xmlns:p14="http://schemas.microsoft.com/office/powerpoint/2010/main" val="39899232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098" y="477059"/>
            <a:ext cx="11328000" cy="432000"/>
          </a:xfrm>
        </p:spPr>
        <p:txBody>
          <a:bodyPr/>
          <a:lstStyle/>
          <a:p>
            <a:r>
              <a:rPr lang="en-US" dirty="0" smtClean="0"/>
              <a:t>Introduction :-</a:t>
            </a:r>
            <a:endParaRPr lang="en-IN"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a:t>
            </a:fld>
            <a:endParaRPr lang="en-US" noProof="0" dirty="0"/>
          </a:p>
        </p:txBody>
      </p:sp>
      <p:sp>
        <p:nvSpPr>
          <p:cNvPr id="8" name="TextBox 7"/>
          <p:cNvSpPr txBox="1"/>
          <p:nvPr/>
        </p:nvSpPr>
        <p:spPr>
          <a:xfrm>
            <a:off x="268098" y="1193218"/>
            <a:ext cx="11722619" cy="1477328"/>
          </a:xfrm>
          <a:prstGeom prst="rect">
            <a:avLst/>
          </a:prstGeom>
          <a:noFill/>
        </p:spPr>
        <p:txBody>
          <a:bodyPr wrap="square" rtlCol="0">
            <a:spAutoFit/>
          </a:bodyPr>
          <a:lstStyle/>
          <a:p>
            <a:r>
              <a:rPr lang="en-US" dirty="0"/>
              <a:t>The E-Commerce Clothing Website is an innovative online platform designed to offer a seamless shopping experience for fashion enthusiasts. This project aims to provide a feature-rich, user-friendly, and secure platform for users to explore, browse, purchase and wish list a wide range of clothing products with the both different category of men and women.</a:t>
            </a:r>
          </a:p>
          <a:p>
            <a:endParaRPr lang="en-IN" dirty="0"/>
          </a:p>
        </p:txBody>
      </p:sp>
      <p:sp>
        <p:nvSpPr>
          <p:cNvPr id="13" name="Rectangle 12"/>
          <p:cNvSpPr/>
          <p:nvPr/>
        </p:nvSpPr>
        <p:spPr>
          <a:xfrm>
            <a:off x="10351698" y="6371351"/>
            <a:ext cx="974785" cy="48375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4782179" y="3244334"/>
            <a:ext cx="184731" cy="369332"/>
          </a:xfrm>
          <a:prstGeom prst="rect">
            <a:avLst/>
          </a:prstGeom>
        </p:spPr>
        <p:txBody>
          <a:bodyPr wrap="none">
            <a:spAutoFit/>
          </a:bodyPr>
          <a:lstStyle/>
          <a:p>
            <a:endParaRPr lang="en-IN" dirty="0"/>
          </a:p>
        </p:txBody>
      </p:sp>
      <p:sp>
        <p:nvSpPr>
          <p:cNvPr id="16" name="Rectangle 15"/>
          <p:cNvSpPr/>
          <p:nvPr/>
        </p:nvSpPr>
        <p:spPr>
          <a:xfrm>
            <a:off x="268098" y="2964583"/>
            <a:ext cx="2981907" cy="1077218"/>
          </a:xfrm>
          <a:prstGeom prst="rect">
            <a:avLst/>
          </a:prstGeom>
        </p:spPr>
        <p:txBody>
          <a:bodyPr wrap="none">
            <a:spAutoFit/>
          </a:bodyPr>
          <a:lstStyle/>
          <a:p>
            <a:r>
              <a:rPr lang="en-US" sz="3200" dirty="0" smtClean="0">
                <a:solidFill>
                  <a:schemeClr val="tx1">
                    <a:lumMod val="95000"/>
                    <a:lumOff val="5000"/>
                  </a:schemeClr>
                </a:solidFill>
                <a:latin typeface="+mj-lt"/>
              </a:rPr>
              <a:t>Main  purpose :- </a:t>
            </a:r>
          </a:p>
          <a:p>
            <a:endParaRPr lang="en-IN" sz="3200" dirty="0">
              <a:solidFill>
                <a:schemeClr val="tx1">
                  <a:lumMod val="95000"/>
                  <a:lumOff val="5000"/>
                </a:schemeClr>
              </a:solidFill>
              <a:latin typeface="+mj-lt"/>
            </a:endParaRPr>
          </a:p>
        </p:txBody>
      </p:sp>
      <p:sp>
        <p:nvSpPr>
          <p:cNvPr id="17" name="Rectangle 16"/>
          <p:cNvSpPr/>
          <p:nvPr/>
        </p:nvSpPr>
        <p:spPr>
          <a:xfrm>
            <a:off x="268098" y="3670865"/>
            <a:ext cx="11225162" cy="1477328"/>
          </a:xfrm>
          <a:prstGeom prst="rect">
            <a:avLst/>
          </a:prstGeom>
        </p:spPr>
        <p:txBody>
          <a:bodyPr wrap="square">
            <a:spAutoFit/>
          </a:bodyPr>
          <a:lstStyle/>
          <a:p>
            <a:r>
              <a:rPr lang="en-US" dirty="0"/>
              <a:t>The main purpose of the project is to provide users with a convenient and efficient online platform for purchasing clothing and fashion items. This website aims to simplify the process of finding and buying clothing, allowing users to browse through a wide range of products, make secure </a:t>
            </a:r>
            <a:r>
              <a:rPr lang="en-US" dirty="0" smtClean="0"/>
              <a:t>login and signup, </a:t>
            </a:r>
            <a:r>
              <a:rPr lang="en-US" dirty="0"/>
              <a:t>and have </a:t>
            </a:r>
            <a:r>
              <a:rPr lang="en-US" dirty="0" smtClean="0"/>
              <a:t>option to add the product to the cart, to the wish list and remove it from their whenever required . </a:t>
            </a:r>
            <a:r>
              <a:rPr lang="en-US" dirty="0"/>
              <a:t>The project's core goal is to enhance the overall shopping experience for both buyers and sellers in the realm of clothing and fashion.</a:t>
            </a:r>
            <a:endParaRPr lang="en-IN" dirty="0"/>
          </a:p>
        </p:txBody>
      </p:sp>
    </p:spTree>
    <p:extLst>
      <p:ext uri="{BB962C8B-B14F-4D97-AF65-F5344CB8AC3E}">
        <p14:creationId xmlns:p14="http://schemas.microsoft.com/office/powerpoint/2010/main" val="27714861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9304E83-A4F0-49C5-BB01-F5773509A2B3}"/>
              </a:ext>
            </a:extLst>
          </p:cNvPr>
          <p:cNvSpPr>
            <a:spLocks noGrp="1"/>
          </p:cNvSpPr>
          <p:nvPr>
            <p:ph type="title"/>
          </p:nvPr>
        </p:nvSpPr>
        <p:spPr>
          <a:xfrm>
            <a:off x="311230" y="374762"/>
            <a:ext cx="11340000" cy="432000"/>
          </a:xfrm>
        </p:spPr>
        <p:txBody>
          <a:bodyPr/>
          <a:lstStyle/>
          <a:p>
            <a:r>
              <a:rPr lang="en-US" dirty="0" smtClean="0"/>
              <a:t>Technologies used :-</a:t>
            </a:r>
            <a:endParaRPr lang="en-US" dirty="0"/>
          </a:p>
        </p:txBody>
      </p:sp>
      <p:sp>
        <p:nvSpPr>
          <p:cNvPr id="3" name="Text Placeholder 2">
            <a:extLst>
              <a:ext uri="{FF2B5EF4-FFF2-40B4-BE49-F238E27FC236}">
                <a16:creationId xmlns="" xmlns:a16="http://schemas.microsoft.com/office/drawing/2014/main" id="{7CA42D59-EAD6-4F95-84F1-32A30F057856}"/>
              </a:ext>
            </a:extLst>
          </p:cNvPr>
          <p:cNvSpPr>
            <a:spLocks noGrp="1"/>
          </p:cNvSpPr>
          <p:nvPr>
            <p:ph type="body" sz="quarter" idx="32"/>
          </p:nvPr>
        </p:nvSpPr>
        <p:spPr>
          <a:xfrm>
            <a:off x="431800" y="1007999"/>
            <a:ext cx="11339513" cy="863999"/>
          </a:xfrm>
        </p:spPr>
        <p:txBody>
          <a:bodyPr/>
          <a:lstStyle/>
          <a:p>
            <a:r>
              <a:rPr lang="en-US" dirty="0"/>
              <a:t>The project utilizes a combination of technologies for both its frontend and backend development</a:t>
            </a:r>
            <a:r>
              <a:rPr lang="en-US" dirty="0" smtClean="0"/>
              <a:t>. The project is basically build using MERN. </a:t>
            </a:r>
            <a:r>
              <a:rPr lang="en-US" dirty="0"/>
              <a:t>Let's introduce the technologies used in each:</a:t>
            </a:r>
          </a:p>
        </p:txBody>
      </p:sp>
      <p:sp>
        <p:nvSpPr>
          <p:cNvPr id="12" name="Rectangle 11">
            <a:extLst>
              <a:ext uri="{FF2B5EF4-FFF2-40B4-BE49-F238E27FC236}">
                <a16:creationId xmlns="" xmlns:a16="http://schemas.microsoft.com/office/drawing/2014/main" id="{7F65E93D-09FF-42EE-B9DD-750638966686}"/>
              </a:ext>
              <a:ext uri="{C183D7F6-B498-43B3-948B-1728B52AA6E4}">
                <adec:decorative xmlns="" xmlns:adec="http://schemas.microsoft.com/office/drawing/2017/decorative" val="1"/>
              </a:ext>
            </a:extLst>
          </p:cNvPr>
          <p:cNvSpPr/>
          <p:nvPr/>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4" name="Text Placeholder 3">
            <a:extLst>
              <a:ext uri="{FF2B5EF4-FFF2-40B4-BE49-F238E27FC236}">
                <a16:creationId xmlns="" xmlns:a16="http://schemas.microsoft.com/office/drawing/2014/main" id="{6AB259A0-0017-492F-A0DC-4B70C7052AE0}"/>
              </a:ext>
            </a:extLst>
          </p:cNvPr>
          <p:cNvSpPr>
            <a:spLocks noGrp="1"/>
          </p:cNvSpPr>
          <p:nvPr>
            <p:ph type="body" idx="1"/>
          </p:nvPr>
        </p:nvSpPr>
        <p:spPr>
          <a:xfrm>
            <a:off x="432000" y="2442934"/>
            <a:ext cx="5472000" cy="360000"/>
          </a:xfrm>
        </p:spPr>
        <p:txBody>
          <a:bodyPr/>
          <a:lstStyle/>
          <a:p>
            <a:r>
              <a:rPr lang="en-US" dirty="0" smtClean="0"/>
              <a:t>Frontend technology:</a:t>
            </a:r>
            <a:endParaRPr lang="en-US" dirty="0"/>
          </a:p>
        </p:txBody>
      </p:sp>
      <p:sp>
        <p:nvSpPr>
          <p:cNvPr id="5" name="Content Placeholder 4">
            <a:extLst>
              <a:ext uri="{FF2B5EF4-FFF2-40B4-BE49-F238E27FC236}">
                <a16:creationId xmlns="" xmlns:a16="http://schemas.microsoft.com/office/drawing/2014/main" id="{CEEB3BAE-C0B2-447C-B8BE-96C6BD84D658}"/>
              </a:ext>
            </a:extLst>
          </p:cNvPr>
          <p:cNvSpPr>
            <a:spLocks noGrp="1"/>
          </p:cNvSpPr>
          <p:nvPr>
            <p:ph sz="half" idx="2"/>
          </p:nvPr>
        </p:nvSpPr>
        <p:spPr>
          <a:xfrm>
            <a:off x="432000" y="2950768"/>
            <a:ext cx="5472000" cy="3398274"/>
          </a:xfrm>
        </p:spPr>
        <p:txBody>
          <a:bodyPr/>
          <a:lstStyle/>
          <a:p>
            <a:pPr marL="342900" indent="-342900">
              <a:buFont typeface="+mj-lt"/>
              <a:buAutoNum type="arabicPeriod"/>
            </a:pPr>
            <a:r>
              <a:rPr lang="en-US" b="1" dirty="0"/>
              <a:t>React:</a:t>
            </a:r>
            <a:r>
              <a:rPr lang="en-US" dirty="0"/>
              <a:t> The frontend of the E-Commerce Clothing Website is built using React, a popular JavaScript library for building user interfaces. </a:t>
            </a:r>
            <a:endParaRPr lang="en-US" dirty="0" smtClean="0"/>
          </a:p>
          <a:p>
            <a:pPr marL="342900" indent="-342900">
              <a:buFont typeface="+mj-lt"/>
              <a:buAutoNum type="arabicPeriod"/>
            </a:pPr>
            <a:r>
              <a:rPr lang="en-US" b="1" dirty="0" err="1" smtClean="0"/>
              <a:t>Redux</a:t>
            </a:r>
            <a:r>
              <a:rPr lang="en-US" b="1" dirty="0"/>
              <a:t>:</a:t>
            </a:r>
            <a:r>
              <a:rPr lang="en-US" dirty="0"/>
              <a:t> </a:t>
            </a:r>
            <a:r>
              <a:rPr lang="en-US" dirty="0" err="1"/>
              <a:t>Redux</a:t>
            </a:r>
            <a:r>
              <a:rPr lang="en-US" dirty="0"/>
              <a:t> is used for state management in the frontend. </a:t>
            </a:r>
            <a:endParaRPr lang="en-US" dirty="0" smtClean="0"/>
          </a:p>
          <a:p>
            <a:pPr marL="342900" indent="-342900">
              <a:buFont typeface="+mj-lt"/>
              <a:buAutoNum type="arabicPeriod"/>
            </a:pPr>
            <a:r>
              <a:rPr lang="en-US" b="1" dirty="0" err="1" smtClean="0"/>
              <a:t>Axios</a:t>
            </a:r>
            <a:r>
              <a:rPr lang="en-US" b="1" dirty="0"/>
              <a:t>:</a:t>
            </a:r>
            <a:r>
              <a:rPr lang="en-US" dirty="0"/>
              <a:t> </a:t>
            </a:r>
            <a:r>
              <a:rPr lang="en-US" dirty="0" err="1"/>
              <a:t>Axios</a:t>
            </a:r>
            <a:r>
              <a:rPr lang="en-US" dirty="0"/>
              <a:t> is used for making HTTP requests from the frontend to the backend. It facilitates the retrieval and posting of data between the client and server.</a:t>
            </a:r>
          </a:p>
          <a:p>
            <a:pPr marL="342900" indent="-342900">
              <a:buFont typeface="+mj-lt"/>
              <a:buAutoNum type="arabicPeriod"/>
            </a:pPr>
            <a:r>
              <a:rPr lang="en-US" b="1" dirty="0"/>
              <a:t>HTML/CSS:</a:t>
            </a:r>
            <a:r>
              <a:rPr lang="en-US" dirty="0"/>
              <a:t> HTML is used for structuring web pages, while CSS is employed for styling and layout. </a:t>
            </a:r>
          </a:p>
        </p:txBody>
      </p:sp>
      <p:cxnSp>
        <p:nvCxnSpPr>
          <p:cNvPr id="11" name="Straight Connector 10">
            <a:extLst>
              <a:ext uri="{FF2B5EF4-FFF2-40B4-BE49-F238E27FC236}">
                <a16:creationId xmlns="" xmlns:a16="http://schemas.microsoft.com/office/drawing/2014/main" id="{5A563457-1EC8-4978-BCCB-AFD88C9ED04C}"/>
              </a:ext>
              <a:ext uri="{C183D7F6-B498-43B3-948B-1728B52AA6E4}">
                <adec:decorative xmlns=""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 xmlns:a16="http://schemas.microsoft.com/office/drawing/2014/main" id="{A7CD04AE-9A8B-4DED-855D-F51B510D0B69}"/>
              </a:ext>
              <a:ext uri="{C183D7F6-B498-43B3-948B-1728B52AA6E4}">
                <adec:decorative xmlns="" xmlns:adec="http://schemas.microsoft.com/office/drawing/2017/decorative" val="1"/>
              </a:ext>
            </a:extLst>
          </p:cNvPr>
          <p:cNvSpPr/>
          <p:nvPr/>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6" name="Text Placeholder 5">
            <a:extLst>
              <a:ext uri="{FF2B5EF4-FFF2-40B4-BE49-F238E27FC236}">
                <a16:creationId xmlns="" xmlns:a16="http://schemas.microsoft.com/office/drawing/2014/main" id="{B237D1CA-B91A-410E-A968-D017BBE99F99}"/>
              </a:ext>
            </a:extLst>
          </p:cNvPr>
          <p:cNvSpPr>
            <a:spLocks noGrp="1"/>
          </p:cNvSpPr>
          <p:nvPr>
            <p:ph type="body" sz="quarter" idx="13"/>
          </p:nvPr>
        </p:nvSpPr>
        <p:spPr>
          <a:xfrm>
            <a:off x="6300000" y="2443459"/>
            <a:ext cx="5472000" cy="358775"/>
          </a:xfrm>
        </p:spPr>
        <p:txBody>
          <a:bodyPr/>
          <a:lstStyle/>
          <a:p>
            <a:r>
              <a:rPr lang="en-US" dirty="0" smtClean="0"/>
              <a:t>Backend technology:-</a:t>
            </a:r>
            <a:endParaRPr lang="en-US" dirty="0"/>
          </a:p>
        </p:txBody>
      </p:sp>
      <p:sp>
        <p:nvSpPr>
          <p:cNvPr id="7" name="Text Placeholder 6">
            <a:extLst>
              <a:ext uri="{FF2B5EF4-FFF2-40B4-BE49-F238E27FC236}">
                <a16:creationId xmlns="" xmlns:a16="http://schemas.microsoft.com/office/drawing/2014/main" id="{26A87885-D672-4CF9-A78D-CFE98385B03A}"/>
              </a:ext>
            </a:extLst>
          </p:cNvPr>
          <p:cNvSpPr>
            <a:spLocks noGrp="1"/>
          </p:cNvSpPr>
          <p:nvPr>
            <p:ph type="body" sz="quarter" idx="12"/>
          </p:nvPr>
        </p:nvSpPr>
        <p:spPr>
          <a:xfrm>
            <a:off x="6299887" y="2947459"/>
            <a:ext cx="5472113" cy="3401582"/>
          </a:xfrm>
        </p:spPr>
        <p:txBody>
          <a:bodyPr/>
          <a:lstStyle/>
          <a:p>
            <a:r>
              <a:rPr lang="en-US" b="1" dirty="0"/>
              <a:t>Node.js:</a:t>
            </a:r>
            <a:r>
              <a:rPr lang="en-US" dirty="0"/>
              <a:t> The backend of the project is powered by Node.js, which allows server-side scripting using JavaScript. </a:t>
            </a:r>
            <a:endParaRPr lang="en-US" dirty="0" smtClean="0"/>
          </a:p>
          <a:p>
            <a:r>
              <a:rPr lang="en-US" b="1" dirty="0" smtClean="0"/>
              <a:t>Express</a:t>
            </a:r>
            <a:r>
              <a:rPr lang="en-US" b="1" dirty="0"/>
              <a:t>:</a:t>
            </a:r>
            <a:r>
              <a:rPr lang="en-US" dirty="0"/>
              <a:t> Express is a web application framework for Node.js. It simplifies the creation of APIs and routes, </a:t>
            </a:r>
            <a:r>
              <a:rPr lang="en-US" dirty="0" smtClean="0"/>
              <a:t>making.</a:t>
            </a:r>
            <a:endParaRPr lang="en-US" dirty="0"/>
          </a:p>
          <a:p>
            <a:r>
              <a:rPr lang="en-US" b="1" dirty="0" smtClean="0"/>
              <a:t>Mongo DB:</a:t>
            </a:r>
            <a:r>
              <a:rPr lang="en-US" dirty="0" smtClean="0"/>
              <a:t> Mongo DB </a:t>
            </a:r>
            <a:r>
              <a:rPr lang="en-US" dirty="0"/>
              <a:t>serves as the project's database. It's a </a:t>
            </a:r>
            <a:r>
              <a:rPr lang="en-US" dirty="0" smtClean="0"/>
              <a:t>No SQL </a:t>
            </a:r>
            <a:r>
              <a:rPr lang="en-US" dirty="0"/>
              <a:t>database that stores data in a flexible, JSON-like format. </a:t>
            </a:r>
            <a:r>
              <a:rPr lang="en-US" dirty="0" smtClean="0"/>
              <a:t>Mongo DB </a:t>
            </a:r>
            <a:r>
              <a:rPr lang="en-US" dirty="0"/>
              <a:t>is well-suited for handling large volumes of unstructured data.</a:t>
            </a:r>
          </a:p>
          <a:p>
            <a:r>
              <a:rPr lang="en-US" b="1" dirty="0" err="1" smtClean="0"/>
              <a:t>Bcrypt</a:t>
            </a:r>
            <a:r>
              <a:rPr lang="en-US" b="1" dirty="0"/>
              <a:t>:</a:t>
            </a:r>
            <a:r>
              <a:rPr lang="en-US" dirty="0"/>
              <a:t> </a:t>
            </a:r>
            <a:r>
              <a:rPr lang="en-US" dirty="0" err="1"/>
              <a:t>Bcrypt</a:t>
            </a:r>
            <a:r>
              <a:rPr lang="en-US" dirty="0"/>
              <a:t> is used for hashing user passwords, ensuring the security of user data</a:t>
            </a:r>
            <a:r>
              <a:rPr lang="en-US" dirty="0" smtClean="0"/>
              <a:t>.  		</a:t>
            </a:r>
            <a:endParaRPr lang="en-US" dirty="0"/>
          </a:p>
        </p:txBody>
      </p:sp>
      <p:sp>
        <p:nvSpPr>
          <p:cNvPr id="8" name="Slide Number Placeholder 7">
            <a:extLst>
              <a:ext uri="{FF2B5EF4-FFF2-40B4-BE49-F238E27FC236}">
                <a16:creationId xmlns="" xmlns:a16="http://schemas.microsoft.com/office/drawing/2014/main" id="{E6AC9832-FB01-464A-9824-61887B77997E}"/>
              </a:ext>
            </a:extLst>
          </p:cNvPr>
          <p:cNvSpPr>
            <a:spLocks noGrp="1"/>
          </p:cNvSpPr>
          <p:nvPr>
            <p:ph type="sldNum" sz="quarter" idx="33"/>
          </p:nvPr>
        </p:nvSpPr>
        <p:spPr>
          <a:xfrm>
            <a:off x="11760000" y="6423109"/>
            <a:ext cx="432000" cy="432000"/>
          </a:xfrm>
          <a:solidFill>
            <a:schemeClr val="tx1">
              <a:lumMod val="95000"/>
              <a:lumOff val="5000"/>
            </a:schemeClr>
          </a:solidFill>
        </p:spPr>
        <p:txBody>
          <a:bodyPr/>
          <a:lstStyle/>
          <a:p>
            <a:fld id="{19B51A1E-902D-48AF-9020-955120F399B6}" type="slidenum">
              <a:rPr lang="en-US" smtClean="0"/>
              <a:pPr/>
              <a:t>3</a:t>
            </a:fld>
            <a:endParaRPr lang="en-US" dirty="0"/>
          </a:p>
        </p:txBody>
      </p:sp>
      <p:sp>
        <p:nvSpPr>
          <p:cNvPr id="9" name="Rectangle 8"/>
          <p:cNvSpPr/>
          <p:nvPr/>
        </p:nvSpPr>
        <p:spPr>
          <a:xfrm>
            <a:off x="10351698" y="6349041"/>
            <a:ext cx="974785" cy="50606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888378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IN" dirty="0" smtClean="0"/>
              <a:t>Detailed Working:--</a:t>
            </a:r>
            <a:endParaRPr lang="en-IN" dirty="0"/>
          </a:p>
        </p:txBody>
      </p:sp>
      <p:sp>
        <p:nvSpPr>
          <p:cNvPr id="11" name="Content Placeholder 10"/>
          <p:cNvSpPr>
            <a:spLocks noGrp="1"/>
          </p:cNvSpPr>
          <p:nvPr>
            <p:ph idx="1"/>
          </p:nvPr>
        </p:nvSpPr>
        <p:spPr/>
        <p:txBody>
          <a:bodyPr/>
          <a:lstStyle/>
          <a:p>
            <a:r>
              <a:rPr lang="en-US" dirty="0"/>
              <a:t>Certainly! Here's a detailed overview of how the E-Commerce Clothing Website works, covering the main functionalities from home to logout</a:t>
            </a:r>
            <a:r>
              <a:rPr lang="en-US" dirty="0" smtClean="0"/>
              <a:t>:</a:t>
            </a:r>
          </a:p>
          <a:p>
            <a:pPr marL="0" indent="0">
              <a:buNone/>
            </a:pPr>
            <a:endParaRPr lang="en-US" dirty="0"/>
          </a:p>
          <a:p>
            <a:pPr marL="342900" indent="-342900">
              <a:buFont typeface="+mj-lt"/>
              <a:buAutoNum type="arabicPeriod"/>
            </a:pPr>
            <a:r>
              <a:rPr lang="en-US" b="1" dirty="0" smtClean="0"/>
              <a:t> Home Page:-</a:t>
            </a:r>
            <a:endParaRPr lang="en-US" b="1" dirty="0"/>
          </a:p>
          <a:p>
            <a:r>
              <a:rPr lang="en-US" dirty="0" smtClean="0"/>
              <a:t>When </a:t>
            </a:r>
            <a:r>
              <a:rPr lang="en-US" dirty="0"/>
              <a:t>a user visits the website, they land on the Home Page.</a:t>
            </a:r>
          </a:p>
          <a:p>
            <a:r>
              <a:rPr lang="en-US" dirty="0"/>
              <a:t>The Home Page typically displays </a:t>
            </a:r>
            <a:r>
              <a:rPr lang="en-US" dirty="0" smtClean="0"/>
              <a:t> </a:t>
            </a:r>
            <a:r>
              <a:rPr lang="en-US" dirty="0"/>
              <a:t>products, </a:t>
            </a:r>
            <a:r>
              <a:rPr lang="en-US" dirty="0" smtClean="0"/>
              <a:t> and its categories if user do successful signup &amp; login.</a:t>
            </a:r>
          </a:p>
          <a:p>
            <a:r>
              <a:rPr lang="en-US" dirty="0" smtClean="0"/>
              <a:t> </a:t>
            </a:r>
          </a:p>
          <a:p>
            <a:pPr marL="0" indent="0">
              <a:buNone/>
            </a:pPr>
            <a:r>
              <a:rPr lang="en-US" b="1" dirty="0" smtClean="0">
                <a:latin typeface="+mj-lt"/>
              </a:rPr>
              <a:t>2.  Sign-Up:-</a:t>
            </a:r>
          </a:p>
          <a:p>
            <a:r>
              <a:rPr lang="en-US" dirty="0" smtClean="0"/>
              <a:t> Users who are new to the website can sign up for an account.</a:t>
            </a:r>
          </a:p>
          <a:p>
            <a:r>
              <a:rPr lang="en-US" dirty="0" smtClean="0"/>
              <a:t>They </a:t>
            </a:r>
            <a:r>
              <a:rPr lang="en-US" dirty="0"/>
              <a:t>provide information such as username, email, password, contact details, and user type during registration.</a:t>
            </a:r>
          </a:p>
          <a:p>
            <a:r>
              <a:rPr lang="en-US" dirty="0"/>
              <a:t>The backend validates and stores the user information in the database.</a:t>
            </a:r>
          </a:p>
          <a:p>
            <a:r>
              <a:rPr lang="en-US" dirty="0"/>
              <a:t>Upon successful registration, users receive a confirmation message.</a:t>
            </a:r>
          </a:p>
          <a:p>
            <a:pPr marL="0" indent="0">
              <a:buNone/>
            </a:pPr>
            <a:endParaRPr lang="en-US" dirty="0" smtClean="0"/>
          </a:p>
          <a:p>
            <a:pPr marL="0" indent="0">
              <a:buNone/>
            </a:pPr>
            <a:r>
              <a:rPr lang="en-US" b="1" dirty="0" smtClean="0">
                <a:latin typeface="+mj-lt"/>
              </a:rPr>
              <a:t>3.  Login:- </a:t>
            </a:r>
          </a:p>
          <a:p>
            <a:r>
              <a:rPr lang="en-US" dirty="0" smtClean="0"/>
              <a:t>Registered </a:t>
            </a:r>
            <a:r>
              <a:rPr lang="en-US" dirty="0"/>
              <a:t>users can log in using their email and password</a:t>
            </a:r>
            <a:r>
              <a:rPr lang="en-US" dirty="0" smtClean="0"/>
              <a:t>.</a:t>
            </a:r>
          </a:p>
          <a:p>
            <a:endParaRPr lang="en-US" dirty="0" smtClean="0"/>
          </a:p>
          <a:p>
            <a:endParaRPr lang="en-US" dirty="0"/>
          </a:p>
          <a:p>
            <a:endParaRPr lang="en-IN" dirty="0"/>
          </a:p>
        </p:txBody>
      </p:sp>
      <p:sp>
        <p:nvSpPr>
          <p:cNvPr id="9" name="Slide Number Placeholder 8"/>
          <p:cNvSpPr>
            <a:spLocks noGrp="1"/>
          </p:cNvSpPr>
          <p:nvPr>
            <p:ph type="sldNum" sz="quarter" idx="33"/>
          </p:nvPr>
        </p:nvSpPr>
        <p:spPr/>
        <p:txBody>
          <a:bodyPr/>
          <a:lstStyle/>
          <a:p>
            <a:fld id="{19B51A1E-902D-48AF-9020-955120F399B6}" type="slidenum">
              <a:rPr lang="en-US" noProof="0" smtClean="0"/>
              <a:pPr/>
              <a:t>4</a:t>
            </a:fld>
            <a:endParaRPr lang="en-US" noProof="0" dirty="0"/>
          </a:p>
        </p:txBody>
      </p:sp>
      <p:sp>
        <p:nvSpPr>
          <p:cNvPr id="12" name="Rectangle 11"/>
          <p:cNvSpPr/>
          <p:nvPr/>
        </p:nvSpPr>
        <p:spPr>
          <a:xfrm>
            <a:off x="10351698" y="6349041"/>
            <a:ext cx="974785" cy="50606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895243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000" y="172528"/>
            <a:ext cx="11328000" cy="6018722"/>
          </a:xfrm>
        </p:spPr>
        <p:txBody>
          <a:bodyPr/>
          <a:lstStyle/>
          <a:p>
            <a:r>
              <a:rPr lang="en-US" dirty="0" smtClean="0"/>
              <a:t>The </a:t>
            </a:r>
            <a:r>
              <a:rPr lang="en-US" dirty="0"/>
              <a:t>backend authenticates the user's credentials.</a:t>
            </a:r>
          </a:p>
          <a:p>
            <a:r>
              <a:rPr lang="en-US" dirty="0"/>
              <a:t>Upon successful login, users are redirected to their home page</a:t>
            </a:r>
            <a:r>
              <a:rPr lang="en-US" dirty="0" smtClean="0"/>
              <a:t>.</a:t>
            </a:r>
          </a:p>
          <a:p>
            <a:endParaRPr lang="en-US" dirty="0"/>
          </a:p>
          <a:p>
            <a:pPr marL="0" indent="0">
              <a:buNone/>
            </a:pPr>
            <a:r>
              <a:rPr lang="en-US" b="1" dirty="0" smtClean="0">
                <a:latin typeface="+mj-lt"/>
              </a:rPr>
              <a:t>4.  </a:t>
            </a:r>
            <a:r>
              <a:rPr lang="en-US" b="1" dirty="0">
                <a:latin typeface="+mj-lt"/>
              </a:rPr>
              <a:t>Home (Logged In</a:t>
            </a:r>
            <a:r>
              <a:rPr lang="en-US" b="1" dirty="0" smtClean="0">
                <a:latin typeface="+mj-lt"/>
              </a:rPr>
              <a:t>):-</a:t>
            </a:r>
          </a:p>
          <a:p>
            <a:r>
              <a:rPr lang="en-US" dirty="0" smtClean="0"/>
              <a:t> Once </a:t>
            </a:r>
            <a:r>
              <a:rPr lang="en-US" dirty="0"/>
              <a:t>logged in, users see a personalized Home Page</a:t>
            </a:r>
            <a:r>
              <a:rPr lang="en-US" dirty="0" smtClean="0"/>
              <a:t>.</a:t>
            </a:r>
          </a:p>
          <a:p>
            <a:r>
              <a:rPr lang="en-US" dirty="0" smtClean="0"/>
              <a:t>On home page users have a button shop now when they click on it will be redirected to product page.</a:t>
            </a:r>
          </a:p>
          <a:p>
            <a:r>
              <a:rPr lang="en-US" dirty="0" smtClean="0"/>
              <a:t>Users can continue browsing products and add items to their cart or wish list.</a:t>
            </a:r>
          </a:p>
          <a:p>
            <a:pPr marL="0" indent="0">
              <a:buNone/>
            </a:pPr>
            <a:r>
              <a:rPr lang="en-US" dirty="0"/>
              <a:t> </a:t>
            </a:r>
            <a:endParaRPr lang="en-US" dirty="0" smtClean="0"/>
          </a:p>
          <a:p>
            <a:pPr marL="0" indent="0">
              <a:buNone/>
            </a:pPr>
            <a:r>
              <a:rPr lang="en-US" b="1" dirty="0" smtClean="0">
                <a:latin typeface="+mj-lt"/>
              </a:rPr>
              <a:t>5.  Products Page:-</a:t>
            </a:r>
          </a:p>
          <a:p>
            <a:r>
              <a:rPr lang="en-US" dirty="0" smtClean="0"/>
              <a:t>Users </a:t>
            </a:r>
            <a:r>
              <a:rPr lang="en-US" dirty="0"/>
              <a:t>can navigate to the Products Page to explore the full range of products available.</a:t>
            </a:r>
          </a:p>
          <a:p>
            <a:r>
              <a:rPr lang="en-US" dirty="0"/>
              <a:t>They can filter and sort products </a:t>
            </a:r>
            <a:r>
              <a:rPr lang="en-US" dirty="0" smtClean="0"/>
              <a:t>name.</a:t>
            </a:r>
            <a:endParaRPr lang="en-US" dirty="0"/>
          </a:p>
          <a:p>
            <a:r>
              <a:rPr lang="en-US" dirty="0" smtClean="0"/>
              <a:t>It displays three main button if user click on all it will display all the products available, if on male if will display all the products available for men and same for women.</a:t>
            </a:r>
          </a:p>
          <a:p>
            <a:endParaRPr lang="en-US" dirty="0"/>
          </a:p>
          <a:p>
            <a:pPr marL="0" indent="0">
              <a:buNone/>
            </a:pPr>
            <a:r>
              <a:rPr lang="en-US" b="1" dirty="0" smtClean="0">
                <a:latin typeface="+mj-lt"/>
              </a:rPr>
              <a:t>6.  About Us:-</a:t>
            </a:r>
          </a:p>
          <a:p>
            <a:r>
              <a:rPr lang="en-US" dirty="0" smtClean="0"/>
              <a:t>The "About Us" page provides information about the company and its image gallery</a:t>
            </a:r>
            <a:r>
              <a:rPr lang="en-US" dirty="0"/>
              <a:t>.</a:t>
            </a:r>
            <a:endParaRPr lang="en-US" dirty="0" smtClean="0"/>
          </a:p>
          <a:p>
            <a:r>
              <a:rPr lang="en-US" dirty="0" smtClean="0"/>
              <a:t>Users can learn more about the brand and its commitment to quality.</a:t>
            </a:r>
          </a:p>
          <a:p>
            <a:pPr marL="0" indent="0">
              <a:buNone/>
            </a:pPr>
            <a:endParaRPr lang="en-US" dirty="0" smtClean="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smtClean="0"/>
          </a:p>
          <a:p>
            <a:endParaRPr lang="en-US" dirty="0" smtClean="0"/>
          </a:p>
          <a:p>
            <a:endParaRPr lang="en-US" dirty="0"/>
          </a:p>
          <a:p>
            <a:endParaRPr lang="en-IN"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5</a:t>
            </a:fld>
            <a:endParaRPr lang="en-US" noProof="0" dirty="0"/>
          </a:p>
        </p:txBody>
      </p:sp>
      <p:sp>
        <p:nvSpPr>
          <p:cNvPr id="6" name="Rectangle 5"/>
          <p:cNvSpPr/>
          <p:nvPr/>
        </p:nvSpPr>
        <p:spPr>
          <a:xfrm>
            <a:off x="10351698" y="6371351"/>
            <a:ext cx="974785" cy="48375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259555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000" y="267419"/>
            <a:ext cx="11328000" cy="5923831"/>
          </a:xfrm>
        </p:spPr>
        <p:txBody>
          <a:bodyPr/>
          <a:lstStyle/>
          <a:p>
            <a:pPr marL="0" indent="0">
              <a:buNone/>
            </a:pPr>
            <a:r>
              <a:rPr lang="en-US" b="1" dirty="0">
                <a:latin typeface="+mj-lt"/>
              </a:rPr>
              <a:t>7</a:t>
            </a:r>
            <a:r>
              <a:rPr lang="en-US" b="1" dirty="0" smtClean="0">
                <a:latin typeface="+mj-lt"/>
              </a:rPr>
              <a:t>.  Contact </a:t>
            </a:r>
            <a:r>
              <a:rPr lang="en-US" b="1" dirty="0">
                <a:latin typeface="+mj-lt"/>
              </a:rPr>
              <a:t>Us</a:t>
            </a:r>
            <a:r>
              <a:rPr lang="en-US" b="1" dirty="0" smtClean="0">
                <a:latin typeface="+mj-lt"/>
              </a:rPr>
              <a:t>:- </a:t>
            </a:r>
          </a:p>
          <a:p>
            <a:r>
              <a:rPr lang="en-US" dirty="0" smtClean="0"/>
              <a:t>The </a:t>
            </a:r>
            <a:r>
              <a:rPr lang="en-US" dirty="0"/>
              <a:t>"Contact Us" page offers ways for users to get in touch with customer support.</a:t>
            </a:r>
          </a:p>
          <a:p>
            <a:r>
              <a:rPr lang="en-US" dirty="0"/>
              <a:t>Users can fill out a contact form, send emails, or find contact information</a:t>
            </a:r>
            <a:r>
              <a:rPr lang="en-US" dirty="0" smtClean="0"/>
              <a:t>.</a:t>
            </a:r>
          </a:p>
          <a:p>
            <a:endParaRPr lang="en-US" dirty="0"/>
          </a:p>
          <a:p>
            <a:pPr marL="0" indent="0">
              <a:buNone/>
            </a:pPr>
            <a:r>
              <a:rPr lang="en-US" b="1" dirty="0" smtClean="0">
                <a:latin typeface="+mj-lt"/>
              </a:rPr>
              <a:t>8</a:t>
            </a:r>
            <a:r>
              <a:rPr lang="en-US" b="1" dirty="0">
                <a:latin typeface="+mj-lt"/>
              </a:rPr>
              <a:t>. </a:t>
            </a:r>
            <a:r>
              <a:rPr lang="en-US" b="1" dirty="0" smtClean="0">
                <a:latin typeface="+mj-lt"/>
              </a:rPr>
              <a:t> Cart:-</a:t>
            </a:r>
          </a:p>
          <a:p>
            <a:r>
              <a:rPr lang="en-US" dirty="0" smtClean="0"/>
              <a:t> Users </a:t>
            </a:r>
            <a:r>
              <a:rPr lang="en-US" dirty="0"/>
              <a:t>can add products to their shopping cart while browsing.</a:t>
            </a:r>
          </a:p>
          <a:p>
            <a:r>
              <a:rPr lang="en-US" dirty="0"/>
              <a:t>The Cart Page displays the selected items, their quantities, and total prices.</a:t>
            </a:r>
          </a:p>
          <a:p>
            <a:r>
              <a:rPr lang="en-US" dirty="0"/>
              <a:t>Users can update quantities, remove items, or proceed to checkout from the cart</a:t>
            </a:r>
            <a:r>
              <a:rPr lang="en-US" dirty="0" smtClean="0"/>
              <a:t>.</a:t>
            </a:r>
          </a:p>
          <a:p>
            <a:endParaRPr lang="en-US" dirty="0"/>
          </a:p>
          <a:p>
            <a:pPr marL="0" indent="0">
              <a:buNone/>
            </a:pPr>
            <a:r>
              <a:rPr lang="en-US" b="1" dirty="0" smtClean="0">
                <a:latin typeface="+mj-lt"/>
              </a:rPr>
              <a:t>9.  Wish list:-</a:t>
            </a:r>
            <a:r>
              <a:rPr lang="en-US" dirty="0" smtClean="0"/>
              <a:t> The wish list page </a:t>
            </a:r>
            <a:r>
              <a:rPr lang="en-US" dirty="0"/>
              <a:t>allows users to save products they are interested in for future reference.</a:t>
            </a:r>
          </a:p>
          <a:p>
            <a:r>
              <a:rPr lang="en-US" dirty="0"/>
              <a:t>Users can add or remove items from their </a:t>
            </a:r>
            <a:r>
              <a:rPr lang="en-US" dirty="0" smtClean="0"/>
              <a:t>wish list</a:t>
            </a:r>
            <a:r>
              <a:rPr lang="en-US" dirty="0"/>
              <a:t>.</a:t>
            </a:r>
          </a:p>
          <a:p>
            <a:r>
              <a:rPr lang="en-US" dirty="0"/>
              <a:t>It helps users keep track of products they might want to purchase later</a:t>
            </a:r>
            <a:r>
              <a:rPr lang="en-US" dirty="0" smtClean="0"/>
              <a:t>.</a:t>
            </a:r>
          </a:p>
          <a:p>
            <a:endParaRPr lang="en-US" dirty="0"/>
          </a:p>
          <a:p>
            <a:pPr marL="0" indent="0">
              <a:buNone/>
            </a:pPr>
            <a:r>
              <a:rPr lang="en-US" b="1" dirty="0">
                <a:latin typeface="+mj-lt"/>
              </a:rPr>
              <a:t>10</a:t>
            </a:r>
            <a:r>
              <a:rPr lang="en-US" b="1" dirty="0" smtClean="0">
                <a:latin typeface="+mj-lt"/>
              </a:rPr>
              <a:t>.  </a:t>
            </a:r>
            <a:r>
              <a:rPr lang="en-US" b="1" dirty="0">
                <a:latin typeface="+mj-lt"/>
              </a:rPr>
              <a:t>Logout</a:t>
            </a:r>
            <a:r>
              <a:rPr lang="en-US" b="1" dirty="0" smtClean="0">
                <a:latin typeface="+mj-lt"/>
              </a:rPr>
              <a:t>:- </a:t>
            </a:r>
            <a:r>
              <a:rPr lang="en-US" dirty="0"/>
              <a:t>Users can log out of their accounts when they're done shopping or browsing.</a:t>
            </a:r>
          </a:p>
          <a:p>
            <a:r>
              <a:rPr lang="en-US" dirty="0" smtClean="0"/>
              <a:t>Logging </a:t>
            </a:r>
            <a:r>
              <a:rPr lang="en-US" dirty="0"/>
              <a:t>out ensures the security of their account information</a:t>
            </a:r>
            <a:r>
              <a:rPr lang="en-US" dirty="0" smtClean="0"/>
              <a:t>.</a:t>
            </a:r>
            <a:endParaRPr lang="en-US" dirty="0"/>
          </a:p>
          <a:p>
            <a:pPr marL="0" indent="0">
              <a:buNone/>
            </a:pPr>
            <a:r>
              <a:rPr lang="en-US" dirty="0"/>
              <a:t>Overall, the E-Commerce Clothing Website aims to provide a convenient and enjoyable shopping experience for users interested in clothing and fashion items.</a:t>
            </a:r>
          </a:p>
          <a:p>
            <a:endParaRPr lang="en-US" dirty="0"/>
          </a:p>
          <a:p>
            <a:endParaRPr lang="en-US" dirty="0"/>
          </a:p>
          <a:p>
            <a:endParaRPr lang="en-US" dirty="0"/>
          </a:p>
          <a:p>
            <a:endParaRPr lang="en-US" dirty="0"/>
          </a:p>
          <a:p>
            <a:endParaRPr lang="en-US" dirty="0"/>
          </a:p>
          <a:p>
            <a:endParaRPr lang="en-IN"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6</a:t>
            </a:fld>
            <a:endParaRPr lang="en-US" noProof="0" dirty="0"/>
          </a:p>
        </p:txBody>
      </p:sp>
      <p:sp>
        <p:nvSpPr>
          <p:cNvPr id="6" name="Rectangle 5"/>
          <p:cNvSpPr/>
          <p:nvPr/>
        </p:nvSpPr>
        <p:spPr>
          <a:xfrm>
            <a:off x="10351698" y="6371351"/>
            <a:ext cx="974785" cy="48375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86720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dictionary:-</a:t>
            </a:r>
            <a:endParaRPr lang="en-IN" dirty="0"/>
          </a:p>
        </p:txBody>
      </p:sp>
      <p:sp>
        <p:nvSpPr>
          <p:cNvPr id="3" name="Content Placeholder 2"/>
          <p:cNvSpPr>
            <a:spLocks noGrp="1"/>
          </p:cNvSpPr>
          <p:nvPr>
            <p:ph idx="1"/>
          </p:nvPr>
        </p:nvSpPr>
        <p:spPr/>
        <p:txBody>
          <a:bodyPr/>
          <a:lstStyle/>
          <a:p>
            <a:endParaRPr lang="en-US" dirty="0"/>
          </a:p>
          <a:p>
            <a:endParaRPr lang="en-US" dirty="0"/>
          </a:p>
          <a:p>
            <a:pPr marL="0" indent="0">
              <a:buNone/>
            </a:pPr>
            <a:r>
              <a:rPr lang="en-US" dirty="0"/>
              <a:t> </a:t>
            </a:r>
            <a:r>
              <a:rPr lang="en-US" dirty="0" smtClean="0"/>
              <a:t>     </a:t>
            </a:r>
            <a:r>
              <a:rPr lang="en-US" b="1" dirty="0" smtClean="0"/>
              <a:t>Table:-   Users                                                                                                                         Categories</a:t>
            </a:r>
          </a:p>
          <a:p>
            <a:pPr marL="0" indent="0">
              <a:buNone/>
            </a:pPr>
            <a:endParaRPr lang="en-US" b="1" dirty="0"/>
          </a:p>
          <a:p>
            <a:pPr marL="0" indent="0">
              <a:buNone/>
            </a:pPr>
            <a:endParaRPr lang="en-US" b="1" dirty="0" smtClean="0"/>
          </a:p>
          <a:p>
            <a:pPr marL="0" indent="0">
              <a:buNone/>
            </a:pPr>
            <a:r>
              <a:rPr lang="en-US" b="1" dirty="0" smtClean="0"/>
              <a:t>                    </a:t>
            </a:r>
            <a:endParaRPr lang="en-US" b="1"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7</a:t>
            </a:fld>
            <a:endParaRPr lang="en-US" noProof="0" dirty="0"/>
          </a:p>
        </p:txBody>
      </p:sp>
      <p:graphicFrame>
        <p:nvGraphicFramePr>
          <p:cNvPr id="19" name="Object 18"/>
          <p:cNvGraphicFramePr>
            <a:graphicFrameLocks noChangeAspect="1"/>
          </p:cNvGraphicFramePr>
          <p:nvPr>
            <p:extLst>
              <p:ext uri="{D42A27DB-BD31-4B8C-83A1-F6EECF244321}">
                <p14:modId xmlns:p14="http://schemas.microsoft.com/office/powerpoint/2010/main" val="2247689589"/>
              </p:ext>
            </p:extLst>
          </p:nvPr>
        </p:nvGraphicFramePr>
        <p:xfrm>
          <a:off x="181924" y="2607032"/>
          <a:ext cx="5957887" cy="3155414"/>
        </p:xfrm>
        <a:graphic>
          <a:graphicData uri="http://schemas.openxmlformats.org/presentationml/2006/ole">
            <mc:AlternateContent xmlns:mc="http://schemas.openxmlformats.org/markup-compatibility/2006">
              <mc:Choice xmlns:v="urn:schemas-microsoft-com:vml" Requires="v">
                <p:oleObj spid="_x0000_s1034" name="Document" r:id="rId3" imgW="5957401" imgH="2449347" progId="Word.Document.12">
                  <p:embed/>
                </p:oleObj>
              </mc:Choice>
              <mc:Fallback>
                <p:oleObj name="Document" r:id="rId3" imgW="5957401" imgH="2449347" progId="Word.Document.12">
                  <p:embed/>
                  <p:pic>
                    <p:nvPicPr>
                      <p:cNvPr id="0" name=""/>
                      <p:cNvPicPr/>
                      <p:nvPr/>
                    </p:nvPicPr>
                    <p:blipFill>
                      <a:blip r:embed="rId4"/>
                      <a:stretch>
                        <a:fillRect/>
                      </a:stretch>
                    </p:blipFill>
                    <p:spPr>
                      <a:xfrm>
                        <a:off x="181924" y="2607032"/>
                        <a:ext cx="5957887" cy="3155414"/>
                      </a:xfrm>
                      <a:prstGeom prst="rect">
                        <a:avLst/>
                      </a:prstGeom>
                    </p:spPr>
                  </p:pic>
                </p:oleObj>
              </mc:Fallback>
            </mc:AlternateContent>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1526685878"/>
              </p:ext>
            </p:extLst>
          </p:nvPr>
        </p:nvGraphicFramePr>
        <p:xfrm>
          <a:off x="6466844" y="2684670"/>
          <a:ext cx="5543232" cy="2637828"/>
        </p:xfrm>
        <a:graphic>
          <a:graphicData uri="http://schemas.openxmlformats.org/drawingml/2006/table">
            <a:tbl>
              <a:tblPr firstRow="1" firstCol="1" bandRow="1"/>
              <a:tblGrid>
                <a:gridCol w="1847539"/>
                <a:gridCol w="1847539"/>
                <a:gridCol w="1848154"/>
              </a:tblGrid>
              <a:tr h="355708">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Field Name</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Data Type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Description</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98200">
                <a:tc>
                  <a:txBody>
                    <a:bodyPr/>
                    <a:lstStyle/>
                    <a:p>
                      <a:pPr algn="ctr">
                        <a:lnSpc>
                          <a:spcPct val="150000"/>
                        </a:lnSpc>
                        <a:spcAft>
                          <a:spcPts val="0"/>
                        </a:spcAft>
                      </a:pPr>
                      <a:r>
                        <a:rPr lang="en-IN" sz="1200" b="1">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796400">
                <a:tc>
                  <a:txBody>
                    <a:bodyPr/>
                    <a:lstStyle/>
                    <a:p>
                      <a:pPr algn="ctr">
                        <a:lnSpc>
                          <a:spcPct val="150000"/>
                        </a:lnSpc>
                        <a:spcAft>
                          <a:spcPts val="0"/>
                        </a:spcAft>
                      </a:pPr>
                      <a:r>
                        <a:rPr lang="en-IN" sz="1200" dirty="0" err="1">
                          <a:effectLst/>
                          <a:latin typeface="Times New Roman" panose="02020603050405020304" pitchFamily="18" charset="0"/>
                          <a:ea typeface="Calibri" panose="020F0502020204030204" pitchFamily="34" charset="0"/>
                          <a:cs typeface="Shruti"/>
                        </a:rPr>
                        <a:t>CategoryId</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int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Unique identifier for a category</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87520">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Name</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Varchar(50)</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Name of the category</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bl>
          </a:graphicData>
        </a:graphic>
      </p:graphicFrame>
      <p:sp>
        <p:nvSpPr>
          <p:cNvPr id="23" name="Rectangle 22"/>
          <p:cNvSpPr/>
          <p:nvPr/>
        </p:nvSpPr>
        <p:spPr>
          <a:xfrm>
            <a:off x="10351698" y="6371351"/>
            <a:ext cx="974785" cy="48375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463972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000" y="172528"/>
            <a:ext cx="11328000" cy="6018722"/>
          </a:xfrm>
        </p:spPr>
        <p:txBody>
          <a:bodyPr/>
          <a:lstStyle/>
          <a:p>
            <a:pPr marL="0" indent="0">
              <a:buNone/>
            </a:pPr>
            <a:r>
              <a:rPr lang="en-US" dirty="0" smtClean="0"/>
              <a:t>     </a:t>
            </a:r>
          </a:p>
          <a:p>
            <a:pPr marL="0" indent="0">
              <a:buNone/>
            </a:pPr>
            <a:r>
              <a:rPr lang="en-US" dirty="0"/>
              <a:t> </a:t>
            </a:r>
            <a:r>
              <a:rPr lang="en-US" dirty="0" smtClean="0"/>
              <a:t>       </a:t>
            </a:r>
            <a:r>
              <a:rPr lang="en-US" b="1" dirty="0" smtClean="0"/>
              <a:t>Table:-  Product                                                                                                                   </a:t>
            </a:r>
            <a:r>
              <a:rPr lang="en-US" b="1" dirty="0" err="1" smtClean="0"/>
              <a:t>CartItem</a:t>
            </a:r>
            <a:r>
              <a:rPr lang="en-US" b="1" dirty="0" smtClean="0"/>
              <a:t> </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8</a:t>
            </a:fld>
            <a:endParaRPr lang="en-US" noProof="0" dirty="0"/>
          </a:p>
        </p:txBody>
      </p:sp>
      <p:graphicFrame>
        <p:nvGraphicFramePr>
          <p:cNvPr id="7" name="Table 6"/>
          <p:cNvGraphicFramePr>
            <a:graphicFrameLocks noGrp="1"/>
          </p:cNvGraphicFramePr>
          <p:nvPr>
            <p:extLst>
              <p:ext uri="{D42A27DB-BD31-4B8C-83A1-F6EECF244321}">
                <p14:modId xmlns:p14="http://schemas.microsoft.com/office/powerpoint/2010/main" val="293092418"/>
              </p:ext>
            </p:extLst>
          </p:nvPr>
        </p:nvGraphicFramePr>
        <p:xfrm>
          <a:off x="511431" y="1630391"/>
          <a:ext cx="5505137" cy="3899141"/>
        </p:xfrm>
        <a:graphic>
          <a:graphicData uri="http://schemas.openxmlformats.org/drawingml/2006/table">
            <a:tbl>
              <a:tblPr firstRow="1" firstCol="1" bandRow="1"/>
              <a:tblGrid>
                <a:gridCol w="1834842"/>
                <a:gridCol w="1834842"/>
                <a:gridCol w="1835453"/>
              </a:tblGrid>
              <a:tr h="383522">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Field Name</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Data Type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Description</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47443">
                <a:tc>
                  <a:txBody>
                    <a:bodyPr/>
                    <a:lstStyle/>
                    <a:p>
                      <a:pPr algn="ctr">
                        <a:lnSpc>
                          <a:spcPct val="150000"/>
                        </a:lnSpc>
                        <a:spcAft>
                          <a:spcPts val="0"/>
                        </a:spcAft>
                      </a:pPr>
                      <a:r>
                        <a:rPr lang="en-IN" sz="1400" b="1">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400" dirty="0">
                          <a:effectLst/>
                          <a:latin typeface="Times New Roman" panose="02020603050405020304" pitchFamily="18" charset="0"/>
                          <a:ea typeface="Calibri" panose="020F0502020204030204" pitchFamily="34" charset="0"/>
                          <a:cs typeface="Shruti"/>
                        </a:rPr>
                        <a:t> </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400">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38352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ProductId</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int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Unique for a user</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8352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Name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Varchar(100)</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Name of the product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38352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Image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Binary</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Image of the product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67044">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Description</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text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Detailed description of the product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38352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Category</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Varchar(20)</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Category of the product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8352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Price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Number</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Price of the product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38352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Quantity</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Number</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Quantity of the product</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365008407"/>
              </p:ext>
            </p:extLst>
          </p:nvPr>
        </p:nvGraphicFramePr>
        <p:xfrm>
          <a:off x="6338930" y="1432428"/>
          <a:ext cx="5725160" cy="4330574"/>
        </p:xfrm>
        <a:graphic>
          <a:graphicData uri="http://schemas.openxmlformats.org/drawingml/2006/table">
            <a:tbl>
              <a:tblPr firstRow="1" firstCol="1" bandRow="1"/>
              <a:tblGrid>
                <a:gridCol w="1908175"/>
                <a:gridCol w="1908175"/>
                <a:gridCol w="1908810"/>
              </a:tblGrid>
              <a:tr h="0">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Field Name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Data Type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Description</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0">
                <a:tc>
                  <a:txBody>
                    <a:bodyPr/>
                    <a:lstStyle/>
                    <a:p>
                      <a:pPr>
                        <a:lnSpc>
                          <a:spcPct val="150000"/>
                        </a:lnSpc>
                        <a:spcAft>
                          <a:spcPts val="0"/>
                        </a:spcAft>
                      </a:pPr>
                      <a:r>
                        <a:rPr lang="en-IN" sz="1200" b="1">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0">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Image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Binary</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Image of the product added to cart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0">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Name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Varchar(100)</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Name of the product added to cart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0">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Price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int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Price of the product added to cart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0">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Quantity</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int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Quantity of the product added to cart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0">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Action</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button</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Product you want to remove from cart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0">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Total Products</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int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Total numbers of the product in the cart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0">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Total Price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number</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Total number of the price of the product added to cart</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0" name="Rectangle 9"/>
          <p:cNvSpPr/>
          <p:nvPr/>
        </p:nvSpPr>
        <p:spPr>
          <a:xfrm>
            <a:off x="10351698" y="6371351"/>
            <a:ext cx="974785" cy="48375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764452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000" y="232913"/>
            <a:ext cx="11328000" cy="5958337"/>
          </a:xfrm>
        </p:spPr>
        <p:txBody>
          <a:bodyPr/>
          <a:lstStyle/>
          <a:p>
            <a:endParaRPr lang="en-US" dirty="0" smtClean="0"/>
          </a:p>
          <a:p>
            <a:pPr marL="0" indent="0">
              <a:buNone/>
            </a:pPr>
            <a:r>
              <a:rPr lang="en-US" dirty="0" smtClean="0"/>
              <a:t>       </a:t>
            </a:r>
            <a:r>
              <a:rPr lang="en-US" b="1" dirty="0" smtClean="0"/>
              <a:t>Table:-  </a:t>
            </a:r>
            <a:r>
              <a:rPr lang="en-US" b="1" dirty="0" err="1" smtClean="0"/>
              <a:t>Wishlist</a:t>
            </a:r>
            <a:r>
              <a:rPr lang="en-US" b="1" dirty="0" smtClean="0"/>
              <a:t>                                                                                                                 Contact</a:t>
            </a:r>
            <a:endParaRPr lang="en-US" b="1"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9</a:t>
            </a:fld>
            <a:endParaRPr lang="en-US" noProof="0" dirty="0"/>
          </a:p>
        </p:txBody>
      </p:sp>
      <p:graphicFrame>
        <p:nvGraphicFramePr>
          <p:cNvPr id="8" name="Table 7"/>
          <p:cNvGraphicFramePr>
            <a:graphicFrameLocks noGrp="1"/>
          </p:cNvGraphicFramePr>
          <p:nvPr>
            <p:extLst>
              <p:ext uri="{D42A27DB-BD31-4B8C-83A1-F6EECF244321}">
                <p14:modId xmlns:p14="http://schemas.microsoft.com/office/powerpoint/2010/main" val="764941846"/>
              </p:ext>
            </p:extLst>
          </p:nvPr>
        </p:nvGraphicFramePr>
        <p:xfrm>
          <a:off x="258696" y="1823226"/>
          <a:ext cx="5725160" cy="3887460"/>
        </p:xfrm>
        <a:graphic>
          <a:graphicData uri="http://schemas.openxmlformats.org/drawingml/2006/table">
            <a:tbl>
              <a:tblPr firstRow="1" firstCol="1" bandRow="1"/>
              <a:tblGrid>
                <a:gridCol w="1908175"/>
                <a:gridCol w="1908175"/>
                <a:gridCol w="1908810"/>
              </a:tblGrid>
              <a:tr h="388746">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Field Name</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Data Type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Description</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88746">
                <a:tc>
                  <a:txBody>
                    <a:bodyPr/>
                    <a:lstStyle/>
                    <a:p>
                      <a:pPr algn="ctr">
                        <a:lnSpc>
                          <a:spcPct val="150000"/>
                        </a:lnSpc>
                        <a:spcAft>
                          <a:spcPts val="0"/>
                        </a:spcAft>
                      </a:pPr>
                      <a:r>
                        <a:rPr lang="en-IN" sz="1200" b="1">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77749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Image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Binary</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Image of the product added to cart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7749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Name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Varchar(100)</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Name of the product added to cart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77749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Price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int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Price of the product added to cart</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77492">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Action</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button</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Product you want to remove from cart</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779418913"/>
              </p:ext>
            </p:extLst>
          </p:nvPr>
        </p:nvGraphicFramePr>
        <p:xfrm>
          <a:off x="6250840" y="1846497"/>
          <a:ext cx="5725160" cy="3398364"/>
        </p:xfrm>
        <a:graphic>
          <a:graphicData uri="http://schemas.openxmlformats.org/drawingml/2006/table">
            <a:tbl>
              <a:tblPr firstRow="1" firstCol="1" bandRow="1"/>
              <a:tblGrid>
                <a:gridCol w="1908175"/>
                <a:gridCol w="1908175"/>
                <a:gridCol w="1908810"/>
              </a:tblGrid>
              <a:tr h="566394">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Field Name</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Data Type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Description</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66394">
                <a:tc>
                  <a:txBody>
                    <a:bodyPr/>
                    <a:lstStyle/>
                    <a:p>
                      <a:pPr algn="ctr">
                        <a:lnSpc>
                          <a:spcPct val="150000"/>
                        </a:lnSpc>
                        <a:spcAft>
                          <a:spcPts val="0"/>
                        </a:spcAft>
                      </a:pPr>
                      <a:r>
                        <a:rPr lang="en-IN" sz="1200" b="1">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 </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566394">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Name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Varchar(200)</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Name of the user</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66394">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Email</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Varchar(200)</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Email of the user</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r>
              <a:tr h="1132788">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Your Review or Message</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a:effectLst/>
                          <a:latin typeface="Times New Roman" panose="02020603050405020304" pitchFamily="18" charset="0"/>
                          <a:ea typeface="Calibri" panose="020F0502020204030204" pitchFamily="34" charset="0"/>
                          <a:cs typeface="Shruti"/>
                        </a:rPr>
                        <a:t>Varchar(200)</a:t>
                      </a:r>
                      <a:endParaRPr lang="en-IN" sz="110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a:lnSpc>
                          <a:spcPct val="150000"/>
                        </a:lnSpc>
                        <a:spcAft>
                          <a:spcPts val="0"/>
                        </a:spcAft>
                      </a:pPr>
                      <a:r>
                        <a:rPr lang="en-IN" sz="1200" dirty="0">
                          <a:effectLst/>
                          <a:latin typeface="Times New Roman" panose="02020603050405020304" pitchFamily="18" charset="0"/>
                          <a:ea typeface="Calibri" panose="020F0502020204030204" pitchFamily="34" charset="0"/>
                          <a:cs typeface="Shruti"/>
                        </a:rPr>
                        <a:t>Your message or review you want to give to the admin</a:t>
                      </a:r>
                      <a:endParaRPr lang="en-IN" sz="1100" dirty="0">
                        <a:effectLst/>
                        <a:latin typeface="Calibri" panose="020F0502020204030204" pitchFamily="34" charset="0"/>
                        <a:ea typeface="Calibri" panose="020F0502020204030204" pitchFamily="34" charset="0"/>
                        <a:cs typeface="Shruti"/>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1" name="Rectangle 10"/>
          <p:cNvSpPr/>
          <p:nvPr/>
        </p:nvSpPr>
        <p:spPr>
          <a:xfrm>
            <a:off x="10351698" y="6371351"/>
            <a:ext cx="974785" cy="48375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756591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2000" y="232913"/>
            <a:ext cx="11328000" cy="5958337"/>
          </a:xfrm>
        </p:spPr>
        <p:txBody>
          <a:bodyPr/>
          <a:lstStyle/>
          <a:p>
            <a:pPr marL="0" indent="0">
              <a:buNone/>
            </a:pPr>
            <a:endParaRPr lang="en-US" dirty="0" smtClean="0"/>
          </a:p>
          <a:p>
            <a:pPr marL="0" indent="0">
              <a:buNone/>
            </a:pPr>
            <a:r>
              <a:rPr lang="en-US" dirty="0" smtClean="0"/>
              <a:t>  Screen shot of pages:-</a:t>
            </a:r>
          </a:p>
          <a:p>
            <a:pPr marL="0" indent="0">
              <a:buNone/>
            </a:pPr>
            <a:endParaRPr lang="en-US" dirty="0"/>
          </a:p>
          <a:p>
            <a:pPr marL="0" indent="0">
              <a:buNone/>
            </a:pPr>
            <a:endParaRPr lang="en-US"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10</a:t>
            </a:fld>
            <a:endParaRPr lang="en-US" noProof="0"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000" y="1157777"/>
            <a:ext cx="4562694" cy="2461833"/>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3405" y="1157777"/>
            <a:ext cx="4652284" cy="2461833"/>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000" y="3764943"/>
            <a:ext cx="4562694" cy="2426307"/>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0719" y="3729417"/>
            <a:ext cx="4624970" cy="2461833"/>
          </a:xfrm>
          <a:prstGeom prst="rect">
            <a:avLst/>
          </a:prstGeom>
        </p:spPr>
      </p:pic>
      <p:sp>
        <p:nvSpPr>
          <p:cNvPr id="15" name="Rectangle 14"/>
          <p:cNvSpPr/>
          <p:nvPr/>
        </p:nvSpPr>
        <p:spPr>
          <a:xfrm>
            <a:off x="10351698" y="6371351"/>
            <a:ext cx="974785" cy="48375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102092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5518" y="292355"/>
            <a:ext cx="4944658" cy="2632000"/>
          </a:xfrm>
        </p:spPr>
      </p:pic>
      <p:sp>
        <p:nvSpPr>
          <p:cNvPr id="5" name="Slide Number Placeholder 4"/>
          <p:cNvSpPr>
            <a:spLocks noGrp="1"/>
          </p:cNvSpPr>
          <p:nvPr>
            <p:ph type="sldNum" sz="quarter" idx="33"/>
          </p:nvPr>
        </p:nvSpPr>
        <p:spPr/>
        <p:txBody>
          <a:bodyPr/>
          <a:lstStyle/>
          <a:p>
            <a:fld id="{19B51A1E-902D-48AF-9020-955120F399B6}" type="slidenum">
              <a:rPr lang="en-US" noProof="0" smtClean="0"/>
              <a:pPr/>
              <a:t>11</a:t>
            </a:fld>
            <a:endParaRPr lang="en-US" noProof="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5012" y="292355"/>
            <a:ext cx="4978540" cy="2639662"/>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8884" y="3458250"/>
            <a:ext cx="4944658" cy="2634575"/>
          </a:xfrm>
          <a:prstGeom prst="rect">
            <a:avLst/>
          </a:prstGeom>
        </p:spPr>
      </p:pic>
      <p:sp>
        <p:nvSpPr>
          <p:cNvPr id="9" name="Rectangle 8"/>
          <p:cNvSpPr/>
          <p:nvPr/>
        </p:nvSpPr>
        <p:spPr>
          <a:xfrm>
            <a:off x="10351698" y="6371351"/>
            <a:ext cx="974785" cy="48375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11648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 xmlns:a16="http://schemas.microsoft.com/office/drawing/2014/main" id="{D355C61F-C8F1-4977-8E1F-F16C0D9EA88C}"/>
              </a:ext>
            </a:extLst>
          </p:cNvPr>
          <p:cNvSpPr>
            <a:spLocks noGrp="1"/>
          </p:cNvSpPr>
          <p:nvPr>
            <p:ph sz="half" idx="1"/>
          </p:nvPr>
        </p:nvSpPr>
        <p:spPr>
          <a:xfrm>
            <a:off x="268098" y="232913"/>
            <a:ext cx="5472000" cy="5717787"/>
          </a:xfrm>
        </p:spPr>
        <p:txBody>
          <a:bodyPr/>
          <a:lstStyle/>
          <a:p>
            <a:pPr marL="0" indent="0">
              <a:buNone/>
            </a:pPr>
            <a:r>
              <a:rPr lang="en-US" b="1" dirty="0">
                <a:latin typeface="+mj-lt"/>
              </a:rPr>
              <a:t>About </a:t>
            </a:r>
            <a:r>
              <a:rPr lang="en-US" b="1" dirty="0" smtClean="0">
                <a:latin typeface="+mj-lt"/>
              </a:rPr>
              <a:t>Us:-</a:t>
            </a:r>
            <a:endParaRPr lang="en-US" b="1" dirty="0">
              <a:latin typeface="+mj-lt"/>
            </a:endParaRPr>
          </a:p>
          <a:p>
            <a:pPr marL="0" indent="0">
              <a:buNone/>
            </a:pPr>
            <a:r>
              <a:rPr lang="en-US" dirty="0"/>
              <a:t>Welcome to </a:t>
            </a:r>
            <a:r>
              <a:rPr lang="en-US" dirty="0" smtClean="0"/>
              <a:t>our e-commerce website, </a:t>
            </a:r>
            <a:r>
              <a:rPr lang="en-US" dirty="0"/>
              <a:t>your go-to destination for the latest fashion trends and wardrobe essentials. We're more than just an online clothing store; we're your fashion partner on the journey to looking and feeling your best</a:t>
            </a:r>
            <a:r>
              <a:rPr lang="en-US" dirty="0" smtClean="0"/>
              <a:t>.</a:t>
            </a:r>
            <a:endParaRPr lang="en-US" dirty="0"/>
          </a:p>
          <a:p>
            <a:pPr marL="0" indent="0">
              <a:buNone/>
            </a:pPr>
            <a:r>
              <a:rPr lang="en-US" dirty="0"/>
              <a:t>O</a:t>
            </a:r>
            <a:r>
              <a:rPr lang="en-US" dirty="0" smtClean="0"/>
              <a:t>ur </a:t>
            </a:r>
            <a:r>
              <a:rPr lang="en-US" dirty="0"/>
              <a:t>story begins with a passion for fashion and a commitment to making style accessible to everyone. Founded by a team of fashion enthusiasts, we embarked on a mission to curate the most stylish and diverse collection of clothing for all ages, sizes, and tastes</a:t>
            </a:r>
            <a:r>
              <a:rPr lang="en-US" dirty="0" smtClean="0"/>
              <a:t>.</a:t>
            </a:r>
          </a:p>
          <a:p>
            <a:pPr marL="0" indent="0">
              <a:buNone/>
            </a:pPr>
            <a:endParaRPr lang="en-US" dirty="0"/>
          </a:p>
          <a:p>
            <a:pPr marL="0" indent="0">
              <a:buNone/>
            </a:pPr>
            <a:r>
              <a:rPr lang="en-US" b="1" dirty="0">
                <a:latin typeface="+mj-lt"/>
              </a:rPr>
              <a:t>Our </a:t>
            </a:r>
            <a:r>
              <a:rPr lang="en-US" b="1" dirty="0" smtClean="0">
                <a:latin typeface="+mj-lt"/>
              </a:rPr>
              <a:t>Vision:-</a:t>
            </a:r>
            <a:endParaRPr lang="en-US" b="1" dirty="0">
              <a:latin typeface="+mj-lt"/>
            </a:endParaRPr>
          </a:p>
          <a:p>
            <a:pPr marL="0" indent="0">
              <a:buNone/>
            </a:pPr>
            <a:r>
              <a:rPr lang="en-US" dirty="0"/>
              <a:t>Our vision is simple yet ambitious: to inspire confidence through fashion. We believe that what you wear is an expression of your unique personality, and it should empower you to shine, no matter the occasion. Whether it's a casual day out, a special event, or a cozy night in, we have the perfect ensemble to suit your style.</a:t>
            </a:r>
          </a:p>
        </p:txBody>
      </p:sp>
      <p:pic>
        <p:nvPicPr>
          <p:cNvPr id="9" name="Picture Placeholder 8">
            <a:extLst>
              <a:ext uri="{FF2B5EF4-FFF2-40B4-BE49-F238E27FC236}">
                <a16:creationId xmlns="" xmlns:a16="http://schemas.microsoft.com/office/drawing/2014/main" id="{A9A75888-22E3-1D43-9112-DA02186070B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tretch>
            <a:fillRect/>
          </a:stretch>
        </p:blipFill>
        <p:spPr>
          <a:xfrm>
            <a:off x="6165011" y="232914"/>
            <a:ext cx="6096000" cy="6021238"/>
          </a:xfrm>
        </p:spPr>
      </p:pic>
      <p:sp>
        <p:nvSpPr>
          <p:cNvPr id="20" name="Rectangle 19">
            <a:extLst>
              <a:ext uri="{FF2B5EF4-FFF2-40B4-BE49-F238E27FC236}">
                <a16:creationId xmlns="" xmlns:a16="http://schemas.microsoft.com/office/drawing/2014/main" id="{EFA08948-2B6F-46B1-9D2D-8D7B2B3FBD56}"/>
              </a:ext>
              <a:ext uri="{C183D7F6-B498-43B3-948B-1728B52AA6E4}">
                <adec:decorative xmlns="" xmlns:adec="http://schemas.microsoft.com/office/drawing/2017/decorative"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 xmlns:a16="http://schemas.microsoft.com/office/drawing/2014/main" id="{3560F281-4FF6-4617-A809-AC9C15ECF18A}"/>
              </a:ext>
            </a:extLst>
          </p:cNvPr>
          <p:cNvSpPr>
            <a:spLocks noGrp="1"/>
          </p:cNvSpPr>
          <p:nvPr>
            <p:ph type="title"/>
          </p:nvPr>
        </p:nvSpPr>
        <p:spPr/>
        <p:txBody>
          <a:bodyPr/>
          <a:lstStyle/>
          <a:p>
            <a:r>
              <a:rPr lang="en-US" dirty="0"/>
              <a:t>About Us</a:t>
            </a:r>
          </a:p>
        </p:txBody>
      </p:sp>
      <p:sp>
        <p:nvSpPr>
          <p:cNvPr id="6" name="Slide Number Placeholder 5">
            <a:extLst>
              <a:ext uri="{FF2B5EF4-FFF2-40B4-BE49-F238E27FC236}">
                <a16:creationId xmlns=""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12</a:t>
            </a:fld>
            <a:endParaRPr lang="en-US" dirty="0"/>
          </a:p>
        </p:txBody>
      </p:sp>
      <p:sp>
        <p:nvSpPr>
          <p:cNvPr id="8" name="Rectangle 7"/>
          <p:cNvSpPr/>
          <p:nvPr/>
        </p:nvSpPr>
        <p:spPr>
          <a:xfrm>
            <a:off x="10351698" y="6371349"/>
            <a:ext cx="974785" cy="4837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297466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Placeholder 31" descr="hand clapping">
            <a:extLst>
              <a:ext uri="{FF2B5EF4-FFF2-40B4-BE49-F238E27FC236}">
                <a16:creationId xmlns="" xmlns:a16="http://schemas.microsoft.com/office/drawing/2014/main" id="{AAB6EE12-FEF8-FB41-A909-0DA61D7725C7}"/>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14" name="Title 13">
            <a:extLst>
              <a:ext uri="{FF2B5EF4-FFF2-40B4-BE49-F238E27FC236}">
                <a16:creationId xmlns="" xmlns:a16="http://schemas.microsoft.com/office/drawing/2014/main" id="{6C38D7A9-9299-4108-BB08-026F4B9CAE7B}"/>
              </a:ext>
            </a:extLst>
          </p:cNvPr>
          <p:cNvSpPr>
            <a:spLocks noGrp="1"/>
          </p:cNvSpPr>
          <p:nvPr>
            <p:ph type="ctrTitle"/>
          </p:nvPr>
        </p:nvSpPr>
        <p:spPr/>
        <p:txBody>
          <a:bodyPr/>
          <a:lstStyle/>
          <a:p>
            <a:r>
              <a:rPr lang="en-US" dirty="0"/>
              <a:t>Thank You</a:t>
            </a:r>
          </a:p>
        </p:txBody>
      </p:sp>
      <p:sp>
        <p:nvSpPr>
          <p:cNvPr id="4" name="Text Placeholder 3">
            <a:extLst>
              <a:ext uri="{FF2B5EF4-FFF2-40B4-BE49-F238E27FC236}">
                <a16:creationId xmlns="" xmlns:a16="http://schemas.microsoft.com/office/drawing/2014/main" id="{60828E04-9C2A-4859-8050-C2DF67A249CB}"/>
              </a:ext>
            </a:extLst>
          </p:cNvPr>
          <p:cNvSpPr>
            <a:spLocks noGrp="1"/>
          </p:cNvSpPr>
          <p:nvPr>
            <p:ph type="body" sz="quarter" idx="15"/>
          </p:nvPr>
        </p:nvSpPr>
        <p:spPr>
          <a:solidFill>
            <a:schemeClr val="tx1">
              <a:lumMod val="75000"/>
              <a:lumOff val="25000"/>
            </a:schemeClr>
          </a:solidFill>
        </p:spPr>
        <p:txBody>
          <a:bodyPr/>
          <a:lstStyle/>
          <a:p>
            <a:r>
              <a:rPr lang="en-US" dirty="0" smtClean="0"/>
              <a:t>Zalak Doshi</a:t>
            </a:r>
            <a:endParaRPr lang="en-US" dirty="0"/>
          </a:p>
        </p:txBody>
      </p:sp>
      <p:pic>
        <p:nvPicPr>
          <p:cNvPr id="8" name="Graphic 7" descr="User" title="Icon - Presenter Name">
            <a:extLst>
              <a:ext uri="{FF2B5EF4-FFF2-40B4-BE49-F238E27FC236}">
                <a16:creationId xmlns="" xmlns:a16="http://schemas.microsoft.com/office/drawing/2014/main" id="{111541C4-DB03-4E53-994D-499C7D73C4DF}"/>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11485495" y="4006655"/>
            <a:ext cx="218900" cy="218900"/>
          </a:xfrm>
          <a:prstGeom prst="rect">
            <a:avLst/>
          </a:prstGeom>
        </p:spPr>
      </p:pic>
      <p:sp>
        <p:nvSpPr>
          <p:cNvPr id="5" name="Text Placeholder 4">
            <a:extLst>
              <a:ext uri="{FF2B5EF4-FFF2-40B4-BE49-F238E27FC236}">
                <a16:creationId xmlns="" xmlns:a16="http://schemas.microsoft.com/office/drawing/2014/main" id="{11265965-2271-4C1C-BD0A-6F85F80FF9A6}"/>
              </a:ext>
            </a:extLst>
          </p:cNvPr>
          <p:cNvSpPr>
            <a:spLocks noGrp="1"/>
          </p:cNvSpPr>
          <p:nvPr>
            <p:ph type="body" sz="quarter" idx="16"/>
          </p:nvPr>
        </p:nvSpPr>
        <p:spPr>
          <a:solidFill>
            <a:schemeClr val="tx1">
              <a:lumMod val="75000"/>
              <a:lumOff val="25000"/>
            </a:schemeClr>
          </a:solidFill>
        </p:spPr>
        <p:txBody>
          <a:bodyPr/>
          <a:lstStyle/>
          <a:p>
            <a:r>
              <a:rPr lang="en-US" dirty="0" smtClean="0"/>
              <a:t>+91 8320301019</a:t>
            </a:r>
            <a:endParaRPr lang="en-US" dirty="0"/>
          </a:p>
        </p:txBody>
      </p:sp>
      <p:pic>
        <p:nvPicPr>
          <p:cNvPr id="10" name="Graphic 9" descr="Smart Phone" title="Icon - Presenter Phone Number">
            <a:extLst>
              <a:ext uri="{FF2B5EF4-FFF2-40B4-BE49-F238E27FC236}">
                <a16:creationId xmlns="" xmlns:a16="http://schemas.microsoft.com/office/drawing/2014/main" id="{A29DE31C-E099-4579-BB03-675E0A40C5F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11485495" y="4355103"/>
            <a:ext cx="218900" cy="218900"/>
          </a:xfrm>
          <a:prstGeom prst="rect">
            <a:avLst/>
          </a:prstGeom>
        </p:spPr>
      </p:pic>
      <p:sp>
        <p:nvSpPr>
          <p:cNvPr id="6" name="Text Placeholder 5">
            <a:extLst>
              <a:ext uri="{FF2B5EF4-FFF2-40B4-BE49-F238E27FC236}">
                <a16:creationId xmlns="" xmlns:a16="http://schemas.microsoft.com/office/drawing/2014/main" id="{50A3BCC3-A277-4C0B-9EBA-EB53990D8EBD}"/>
              </a:ext>
            </a:extLst>
          </p:cNvPr>
          <p:cNvSpPr>
            <a:spLocks noGrp="1"/>
          </p:cNvSpPr>
          <p:nvPr>
            <p:ph type="body" sz="quarter" idx="17"/>
          </p:nvPr>
        </p:nvSpPr>
        <p:spPr>
          <a:solidFill>
            <a:schemeClr val="tx1">
              <a:lumMod val="75000"/>
              <a:lumOff val="25000"/>
            </a:schemeClr>
          </a:solidFill>
        </p:spPr>
        <p:txBody>
          <a:bodyPr/>
          <a:lstStyle/>
          <a:p>
            <a:r>
              <a:rPr lang="en-US" dirty="0" smtClean="0"/>
              <a:t>zalakdoshi784@gmail.com</a:t>
            </a:r>
            <a:endParaRPr lang="en-US" dirty="0"/>
          </a:p>
        </p:txBody>
      </p:sp>
      <p:pic>
        <p:nvPicPr>
          <p:cNvPr id="9" name="Graphic 8" descr="Envelope" title="Icon Presenter Email">
            <a:extLst>
              <a:ext uri="{FF2B5EF4-FFF2-40B4-BE49-F238E27FC236}">
                <a16:creationId xmlns="" xmlns:a16="http://schemas.microsoft.com/office/drawing/2014/main" id="{773C1382-ACE1-460F-A1B6-AB761A7D2E6B}"/>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 xmlns:asvg="http://schemas.microsoft.com/office/drawing/2016/SVG/main" r:embed="rId8"/>
              </a:ext>
            </a:extLst>
          </a:blip>
          <a:stretch>
            <a:fillRect/>
          </a:stretch>
        </p:blipFill>
        <p:spPr>
          <a:xfrm>
            <a:off x="11485495" y="4703551"/>
            <a:ext cx="218900" cy="218900"/>
          </a:xfrm>
          <a:prstGeom prst="rect">
            <a:avLst/>
          </a:prstGeom>
        </p:spPr>
      </p:pic>
      <p:sp>
        <p:nvSpPr>
          <p:cNvPr id="12" name="Slide Number Placeholder 11">
            <a:extLst>
              <a:ext uri="{FF2B5EF4-FFF2-40B4-BE49-F238E27FC236}">
                <a16:creationId xmlns="" xmlns:a16="http://schemas.microsoft.com/office/drawing/2014/main" id="{91814EC9-246A-4C6E-941E-5774FE72F08E}"/>
              </a:ext>
            </a:extLst>
          </p:cNvPr>
          <p:cNvSpPr>
            <a:spLocks noGrp="1"/>
          </p:cNvSpPr>
          <p:nvPr>
            <p:ph type="sldNum" sz="quarter" idx="20"/>
          </p:nvPr>
        </p:nvSpPr>
        <p:spPr>
          <a:solidFill>
            <a:schemeClr val="tx1">
              <a:lumMod val="95000"/>
              <a:lumOff val="5000"/>
            </a:schemeClr>
          </a:solidFill>
        </p:spPr>
        <p:txBody>
          <a:bodyPr/>
          <a:lstStyle/>
          <a:p>
            <a:fld id="{19B51A1E-902D-48AF-9020-955120F399B6}" type="slidenum">
              <a:rPr lang="en-US" smtClean="0"/>
              <a:pPr/>
              <a:t>13</a:t>
            </a:fld>
            <a:endParaRPr lang="en-US" dirty="0"/>
          </a:p>
        </p:txBody>
      </p:sp>
      <p:sp>
        <p:nvSpPr>
          <p:cNvPr id="15" name="Rectangle 14"/>
          <p:cNvSpPr/>
          <p:nvPr/>
        </p:nvSpPr>
        <p:spPr>
          <a:xfrm>
            <a:off x="10351698" y="6371351"/>
            <a:ext cx="974785" cy="48375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536783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9">
      <a:majorFont>
        <a:latin typeface="Corbel"/>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0_Bright business presentation_AAS_v3" id="{57D58BC9-3F05-45D4-81CD-7BA898B4CAAD}" vid="{0F92AA19-00D6-4C71-B13F-219D7994A0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EDB5DD7-8DCC-4069-9EB3-5D0981866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E15EA0-2F38-456B-B156-038699A5D17F}">
  <ds:schemaRefs>
    <ds:schemaRef ds:uri="http://schemas.microsoft.com/sharepoint/v3/contenttype/forms"/>
  </ds:schemaRefs>
</ds:datastoreItem>
</file>

<file path=customXml/itemProps3.xml><?xml version="1.0" encoding="utf-8"?>
<ds:datastoreItem xmlns:ds="http://schemas.openxmlformats.org/officeDocument/2006/customXml" ds:itemID="{BF90D0D0-7C1D-47FF-A2F0-9937AA567A3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0</TotalTime>
  <Words>1335</Words>
  <Application>Microsoft Office PowerPoint</Application>
  <PresentationFormat>Widescreen</PresentationFormat>
  <Paragraphs>214</Paragraphs>
  <Slides>13</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1" baseType="lpstr">
      <vt:lpstr>Arial</vt:lpstr>
      <vt:lpstr>Calibri</vt:lpstr>
      <vt:lpstr>Candara</vt:lpstr>
      <vt:lpstr>Corbel</vt:lpstr>
      <vt:lpstr>Shruti</vt:lpstr>
      <vt:lpstr>Times New Roman</vt:lpstr>
      <vt:lpstr>Office Theme</vt:lpstr>
      <vt:lpstr>Microsoft Word Document</vt:lpstr>
      <vt:lpstr>E-Commerce Clothing Website</vt:lpstr>
      <vt:lpstr>Introduction :-</vt:lpstr>
      <vt:lpstr>Technologies used :-</vt:lpstr>
      <vt:lpstr>Detailed Working:--</vt:lpstr>
      <vt:lpstr>PowerPoint Presentation</vt:lpstr>
      <vt:lpstr>PowerPoint Presentation</vt:lpstr>
      <vt:lpstr>Data dictionary:-</vt:lpstr>
      <vt:lpstr>PowerPoint Presentation</vt:lpstr>
      <vt:lpstr>PowerPoint Presentation</vt:lpstr>
      <vt:lpstr>PowerPoint Presentation</vt:lpstr>
      <vt:lpstr>PowerPoint Presentation</vt:lpstr>
      <vt:lpstr>About Us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2023-09-05T00:46:05Z</dcterms:created>
  <dcterms:modified xsi:type="dcterms:W3CDTF">2023-09-07T15:13:58Z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